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sldIdLst>
    <p:sldId id="329" r:id="rId2"/>
    <p:sldId id="425" r:id="rId3"/>
    <p:sldId id="293" r:id="rId4"/>
    <p:sldId id="294" r:id="rId5"/>
    <p:sldId id="426" r:id="rId6"/>
    <p:sldId id="312" r:id="rId7"/>
    <p:sldId id="295" r:id="rId8"/>
    <p:sldId id="297" r:id="rId9"/>
    <p:sldId id="298" r:id="rId10"/>
    <p:sldId id="299" r:id="rId11"/>
    <p:sldId id="264" r:id="rId12"/>
    <p:sldId id="267" r:id="rId13"/>
    <p:sldId id="266" r:id="rId14"/>
    <p:sldId id="272" r:id="rId15"/>
    <p:sldId id="268" r:id="rId16"/>
    <p:sldId id="269" r:id="rId17"/>
    <p:sldId id="265" r:id="rId18"/>
    <p:sldId id="270" r:id="rId19"/>
    <p:sldId id="300" r:id="rId20"/>
    <p:sldId id="434" r:id="rId21"/>
    <p:sldId id="435" r:id="rId22"/>
    <p:sldId id="259" r:id="rId23"/>
    <p:sldId id="433" r:id="rId24"/>
    <p:sldId id="292" r:id="rId25"/>
    <p:sldId id="263" r:id="rId26"/>
    <p:sldId id="428" r:id="rId27"/>
    <p:sldId id="429" r:id="rId28"/>
    <p:sldId id="430" r:id="rId29"/>
    <p:sldId id="431" r:id="rId30"/>
    <p:sldId id="432" r:id="rId31"/>
    <p:sldId id="438" r:id="rId32"/>
    <p:sldId id="304" r:id="rId33"/>
    <p:sldId id="305" r:id="rId34"/>
    <p:sldId id="261" r:id="rId35"/>
    <p:sldId id="289" r:id="rId36"/>
    <p:sldId id="291" r:id="rId37"/>
    <p:sldId id="287" r:id="rId38"/>
    <p:sldId id="427" r:id="rId39"/>
    <p:sldId id="306" r:id="rId40"/>
    <p:sldId id="307" r:id="rId41"/>
    <p:sldId id="308" r:id="rId42"/>
    <p:sldId id="280" r:id="rId43"/>
    <p:sldId id="284" r:id="rId44"/>
    <p:sldId id="278" r:id="rId45"/>
    <p:sldId id="279" r:id="rId46"/>
    <p:sldId id="273" r:id="rId47"/>
    <p:sldId id="274" r:id="rId48"/>
    <p:sldId id="275" r:id="rId49"/>
    <p:sldId id="276" r:id="rId50"/>
    <p:sldId id="277" r:id="rId51"/>
    <p:sldId id="286" r:id="rId52"/>
    <p:sldId id="301" r:id="rId53"/>
    <p:sldId id="302" r:id="rId54"/>
    <p:sldId id="285" r:id="rId55"/>
    <p:sldId id="303" r:id="rId56"/>
    <p:sldId id="288" r:id="rId57"/>
    <p:sldId id="283" r:id="rId58"/>
    <p:sldId id="281" r:id="rId59"/>
    <p:sldId id="282" r:id="rId60"/>
    <p:sldId id="309" r:id="rId61"/>
    <p:sldId id="436" r:id="rId62"/>
    <p:sldId id="437" r:id="rId63"/>
    <p:sldId id="311" r:id="rId64"/>
    <p:sldId id="310" r:id="rId65"/>
  </p:sldIdLst>
  <p:sldSz cx="9144000" cy="6858000" type="screen4x3"/>
  <p:notesSz cx="6797675"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20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6" d="100"/>
          <a:sy n="86" d="100"/>
        </p:scale>
        <p:origin x="1382"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hi Raj" userId="1a0882b4-8807-4743-ac94-030c7adc8060" providerId="ADAL" clId="{9936E76D-7DBD-40AF-B0BF-C839F8EF1AB5}"/>
    <pc:docChg chg="delSld">
      <pc:chgData name="Rishi Raj" userId="1a0882b4-8807-4743-ac94-030c7adc8060" providerId="ADAL" clId="{9936E76D-7DBD-40AF-B0BF-C839F8EF1AB5}" dt="2022-04-04T03:01:02.144" v="0" actId="47"/>
      <pc:docMkLst>
        <pc:docMk/>
      </pc:docMkLst>
      <pc:sldChg chg="del">
        <pc:chgData name="Rishi Raj" userId="1a0882b4-8807-4743-ac94-030c7adc8060" providerId="ADAL" clId="{9936E76D-7DBD-40AF-B0BF-C839F8EF1AB5}" dt="2022-04-04T03:01:02.144" v="0" actId="47"/>
        <pc:sldMkLst>
          <pc:docMk/>
          <pc:sldMk cId="1574497242" sldId="4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5348"/>
          </a:xfrm>
          <a:prstGeom prst="rect">
            <a:avLst/>
          </a:prstGeom>
        </p:spPr>
        <p:txBody>
          <a:bodyPr vert="horz" lIns="91440" tIns="45720" rIns="91440" bIns="45720" rtlCol="0"/>
          <a:lstStyle>
            <a:lvl1pPr algn="r">
              <a:defRPr sz="1200"/>
            </a:lvl1pPr>
          </a:lstStyle>
          <a:p>
            <a:fld id="{A55ED073-E7BC-4A15-B61D-2ED2E6843E8A}" type="datetimeFigureOut">
              <a:rPr lang="en-US" smtClean="0"/>
              <a:t>4/4/2022</a:t>
            </a:fld>
            <a:endParaRPr lang="en-US"/>
          </a:p>
        </p:txBody>
      </p:sp>
      <p:sp>
        <p:nvSpPr>
          <p:cNvPr id="4" name="Slide Image Placeholder 3"/>
          <p:cNvSpPr>
            <a:spLocks noGrp="1" noRot="1" noChangeAspect="1"/>
          </p:cNvSpPr>
          <p:nvPr>
            <p:ph type="sldImg" idx="2"/>
          </p:nvPr>
        </p:nvSpPr>
        <p:spPr>
          <a:xfrm>
            <a:off x="1177925" y="1235075"/>
            <a:ext cx="4441825" cy="3330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51219"/>
            <a:ext cx="5438140" cy="38873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7318"/>
            <a:ext cx="2945659" cy="49534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377318"/>
            <a:ext cx="2945659" cy="495347"/>
          </a:xfrm>
          <a:prstGeom prst="rect">
            <a:avLst/>
          </a:prstGeom>
        </p:spPr>
        <p:txBody>
          <a:bodyPr vert="horz" lIns="91440" tIns="45720" rIns="91440" bIns="45720" rtlCol="0" anchor="b"/>
          <a:lstStyle>
            <a:lvl1pPr algn="r">
              <a:defRPr sz="1200"/>
            </a:lvl1pPr>
          </a:lstStyle>
          <a:p>
            <a:fld id="{316758EF-7FDB-482C-8CC7-C91E80162F45}" type="slidenum">
              <a:rPr lang="en-US" smtClean="0"/>
              <a:t>‹#›</a:t>
            </a:fld>
            <a:endParaRPr lang="en-US"/>
          </a:p>
        </p:txBody>
      </p:sp>
    </p:spTree>
    <p:extLst>
      <p:ext uri="{BB962C8B-B14F-4D97-AF65-F5344CB8AC3E}">
        <p14:creationId xmlns:p14="http://schemas.microsoft.com/office/powerpoint/2010/main" val="2546391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p:cNvSpPr>
            <a:spLocks noGrp="1"/>
          </p:cNvSpPr>
          <p:nvPr>
            <p:ph type="ftr" sz="quarter" idx="11"/>
          </p:nvPr>
        </p:nvSpPr>
        <p:spPr>
          <a:xfrm>
            <a:off x="0" y="6645349"/>
            <a:ext cx="3086100" cy="203718"/>
          </a:xfrm>
        </p:spPr>
        <p:txBody>
          <a:bodyPr/>
          <a:lstStyle/>
          <a:p>
            <a:pPr algn="l"/>
            <a:r>
              <a:rPr lang="en-US" dirty="0"/>
              <a:t>rraj@iitp.ac.in</a:t>
            </a:r>
          </a:p>
        </p:txBody>
      </p:sp>
      <p:sp>
        <p:nvSpPr>
          <p:cNvPr id="6" name="Slide Number Placeholder 5"/>
          <p:cNvSpPr>
            <a:spLocks noGrp="1"/>
          </p:cNvSpPr>
          <p:nvPr>
            <p:ph type="sldNum" sz="quarter" idx="12"/>
          </p:nvPr>
        </p:nvSpPr>
        <p:spPr>
          <a:xfrm>
            <a:off x="7081055" y="6655982"/>
            <a:ext cx="2057400" cy="194785"/>
          </a:xfrm>
        </p:spPr>
        <p:txBody>
          <a:bodyPr/>
          <a:lstStyle/>
          <a:p>
            <a:fld id="{EE57948C-36CC-4058-B3B6-FC12FAA10D79}" type="slidenum">
              <a:rPr lang="en-US" smtClean="0"/>
              <a:t>‹#›</a:t>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Tree>
    <p:extLst>
      <p:ext uri="{BB962C8B-B14F-4D97-AF65-F5344CB8AC3E}">
        <p14:creationId xmlns:p14="http://schemas.microsoft.com/office/powerpoint/2010/main" val="2708740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631"/>
            <a:ext cx="7886700" cy="888717"/>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
        <p:nvSpPr>
          <p:cNvPr id="8" name="Footer Placeholder 4"/>
          <p:cNvSpPr txBox="1">
            <a:spLocks/>
          </p:cNvSpPr>
          <p:nvPr userDrawn="1"/>
        </p:nvSpPr>
        <p:spPr>
          <a:xfrm>
            <a:off x="0" y="6645349"/>
            <a:ext cx="3086100" cy="203718"/>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rraj@iitp.ac.in</a:t>
            </a:r>
          </a:p>
        </p:txBody>
      </p:sp>
      <p:sp>
        <p:nvSpPr>
          <p:cNvPr id="9" name="Slide Number Placeholder 5"/>
          <p:cNvSpPr txBox="1">
            <a:spLocks/>
          </p:cNvSpPr>
          <p:nvPr userDrawn="1"/>
        </p:nvSpPr>
        <p:spPr>
          <a:xfrm>
            <a:off x="7081055" y="6655982"/>
            <a:ext cx="2057400" cy="1947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57948C-36CC-4058-B3B6-FC12FAA10D79}" type="slidenum">
              <a:rPr lang="en-US" smtClean="0"/>
              <a:pPr/>
              <a:t>‹#›</a:t>
            </a:fld>
            <a:endParaRPr lang="en-US"/>
          </a:p>
        </p:txBody>
      </p:sp>
    </p:spTree>
    <p:extLst>
      <p:ext uri="{BB962C8B-B14F-4D97-AF65-F5344CB8AC3E}">
        <p14:creationId xmlns:p14="http://schemas.microsoft.com/office/powerpoint/2010/main" val="2872800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
        <p:nvSpPr>
          <p:cNvPr id="8" name="Footer Placeholder 4"/>
          <p:cNvSpPr txBox="1">
            <a:spLocks/>
          </p:cNvSpPr>
          <p:nvPr userDrawn="1"/>
        </p:nvSpPr>
        <p:spPr>
          <a:xfrm>
            <a:off x="0" y="6645349"/>
            <a:ext cx="3086100" cy="203718"/>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rraj@iitp.ac.in</a:t>
            </a:r>
          </a:p>
        </p:txBody>
      </p:sp>
      <p:sp>
        <p:nvSpPr>
          <p:cNvPr id="9" name="Slide Number Placeholder 5"/>
          <p:cNvSpPr txBox="1">
            <a:spLocks/>
          </p:cNvSpPr>
          <p:nvPr userDrawn="1"/>
        </p:nvSpPr>
        <p:spPr>
          <a:xfrm>
            <a:off x="7081055" y="6655982"/>
            <a:ext cx="2057400" cy="1947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57948C-36CC-4058-B3B6-FC12FAA10D79}" type="slidenum">
              <a:rPr lang="en-US" smtClean="0"/>
              <a:pPr/>
              <a:t>‹#›</a:t>
            </a:fld>
            <a:endParaRPr lang="en-US"/>
          </a:p>
        </p:txBody>
      </p:sp>
    </p:spTree>
    <p:extLst>
      <p:ext uri="{BB962C8B-B14F-4D97-AF65-F5344CB8AC3E}">
        <p14:creationId xmlns:p14="http://schemas.microsoft.com/office/powerpoint/2010/main" val="2311584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886700" cy="88934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
        <p:nvSpPr>
          <p:cNvPr id="9" name="Footer Placeholder 4"/>
          <p:cNvSpPr txBox="1">
            <a:spLocks/>
          </p:cNvSpPr>
          <p:nvPr userDrawn="1"/>
        </p:nvSpPr>
        <p:spPr>
          <a:xfrm>
            <a:off x="0" y="6645349"/>
            <a:ext cx="3086100" cy="203718"/>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rraj@iitp.ac.in</a:t>
            </a:r>
          </a:p>
        </p:txBody>
      </p:sp>
      <p:sp>
        <p:nvSpPr>
          <p:cNvPr id="10" name="Slide Number Placeholder 5"/>
          <p:cNvSpPr txBox="1">
            <a:spLocks/>
          </p:cNvSpPr>
          <p:nvPr userDrawn="1"/>
        </p:nvSpPr>
        <p:spPr>
          <a:xfrm>
            <a:off x="7081055" y="6655982"/>
            <a:ext cx="2057400" cy="1947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57948C-36CC-4058-B3B6-FC12FAA10D79}" type="slidenum">
              <a:rPr lang="en-US" smtClean="0"/>
              <a:pPr/>
              <a:t>‹#›</a:t>
            </a:fld>
            <a:endParaRPr lang="en-US"/>
          </a:p>
        </p:txBody>
      </p:sp>
    </p:spTree>
    <p:extLst>
      <p:ext uri="{BB962C8B-B14F-4D97-AF65-F5344CB8AC3E}">
        <p14:creationId xmlns:p14="http://schemas.microsoft.com/office/powerpoint/2010/main" val="1032790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886700" cy="889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
        <p:nvSpPr>
          <p:cNvPr id="11" name="Footer Placeholder 4"/>
          <p:cNvSpPr txBox="1">
            <a:spLocks/>
          </p:cNvSpPr>
          <p:nvPr userDrawn="1"/>
        </p:nvSpPr>
        <p:spPr>
          <a:xfrm>
            <a:off x="0" y="6645349"/>
            <a:ext cx="3086100" cy="203718"/>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rraj@iitp.ac.in</a:t>
            </a:r>
          </a:p>
        </p:txBody>
      </p:sp>
      <p:sp>
        <p:nvSpPr>
          <p:cNvPr id="12" name="Slide Number Placeholder 5"/>
          <p:cNvSpPr txBox="1">
            <a:spLocks/>
          </p:cNvSpPr>
          <p:nvPr userDrawn="1"/>
        </p:nvSpPr>
        <p:spPr>
          <a:xfrm>
            <a:off x="7081055" y="6655982"/>
            <a:ext cx="2057400" cy="1947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57948C-36CC-4058-B3B6-FC12FAA10D79}" type="slidenum">
              <a:rPr lang="en-US" smtClean="0"/>
              <a:pPr/>
              <a:t>‹#›</a:t>
            </a:fld>
            <a:endParaRPr lang="en-US"/>
          </a:p>
        </p:txBody>
      </p:sp>
    </p:spTree>
    <p:extLst>
      <p:ext uri="{BB962C8B-B14F-4D97-AF65-F5344CB8AC3E}">
        <p14:creationId xmlns:p14="http://schemas.microsoft.com/office/powerpoint/2010/main" val="997568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10655"/>
            <a:ext cx="7886700" cy="925055"/>
          </a:xfrm>
        </p:spPr>
        <p:txBody>
          <a:bodyPr/>
          <a:lstStyle/>
          <a:p>
            <a:r>
              <a:rPr lang="en-US"/>
              <a:t>Click to edit Master title style</a:t>
            </a:r>
            <a:endParaRPr lang="en-US" dirty="0"/>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
        <p:nvSpPr>
          <p:cNvPr id="7" name="Footer Placeholder 4"/>
          <p:cNvSpPr txBox="1">
            <a:spLocks/>
          </p:cNvSpPr>
          <p:nvPr userDrawn="1"/>
        </p:nvSpPr>
        <p:spPr>
          <a:xfrm>
            <a:off x="0" y="6645349"/>
            <a:ext cx="3086100" cy="203718"/>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rraj@iitp.ac.in</a:t>
            </a:r>
          </a:p>
        </p:txBody>
      </p:sp>
      <p:sp>
        <p:nvSpPr>
          <p:cNvPr id="8" name="Slide Number Placeholder 5"/>
          <p:cNvSpPr txBox="1">
            <a:spLocks/>
          </p:cNvSpPr>
          <p:nvPr userDrawn="1"/>
        </p:nvSpPr>
        <p:spPr>
          <a:xfrm>
            <a:off x="7081055" y="6655982"/>
            <a:ext cx="2057400" cy="1947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57948C-36CC-4058-B3B6-FC12FAA10D79}" type="slidenum">
              <a:rPr lang="en-US" smtClean="0"/>
              <a:pPr/>
              <a:t>‹#›</a:t>
            </a:fld>
            <a:endParaRPr lang="en-US"/>
          </a:p>
        </p:txBody>
      </p:sp>
    </p:spTree>
    <p:extLst>
      <p:ext uri="{BB962C8B-B14F-4D97-AF65-F5344CB8AC3E}">
        <p14:creationId xmlns:p14="http://schemas.microsoft.com/office/powerpoint/2010/main" val="773356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
        <p:nvSpPr>
          <p:cNvPr id="6" name="Footer Placeholder 4"/>
          <p:cNvSpPr txBox="1">
            <a:spLocks/>
          </p:cNvSpPr>
          <p:nvPr userDrawn="1"/>
        </p:nvSpPr>
        <p:spPr>
          <a:xfrm>
            <a:off x="0" y="6645349"/>
            <a:ext cx="3086100" cy="203718"/>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rraj@iitp.ac.in</a:t>
            </a:r>
          </a:p>
        </p:txBody>
      </p:sp>
      <p:sp>
        <p:nvSpPr>
          <p:cNvPr id="7" name="Slide Number Placeholder 5"/>
          <p:cNvSpPr txBox="1">
            <a:spLocks/>
          </p:cNvSpPr>
          <p:nvPr userDrawn="1"/>
        </p:nvSpPr>
        <p:spPr>
          <a:xfrm>
            <a:off x="7081055" y="6655982"/>
            <a:ext cx="2057400" cy="1947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57948C-36CC-4058-B3B6-FC12FAA10D79}" type="slidenum">
              <a:rPr lang="en-US" smtClean="0"/>
              <a:pPr/>
              <a:t>‹#›</a:t>
            </a:fld>
            <a:endParaRPr lang="en-US"/>
          </a:p>
        </p:txBody>
      </p:sp>
    </p:spTree>
    <p:extLst>
      <p:ext uri="{BB962C8B-B14F-4D97-AF65-F5344CB8AC3E}">
        <p14:creationId xmlns:p14="http://schemas.microsoft.com/office/powerpoint/2010/main" val="4051073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
        <p:nvSpPr>
          <p:cNvPr id="9" name="Footer Placeholder 4"/>
          <p:cNvSpPr txBox="1">
            <a:spLocks/>
          </p:cNvSpPr>
          <p:nvPr userDrawn="1"/>
        </p:nvSpPr>
        <p:spPr>
          <a:xfrm>
            <a:off x="0" y="6645349"/>
            <a:ext cx="3086100" cy="203718"/>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rraj@iitp.ac.in</a:t>
            </a:r>
          </a:p>
        </p:txBody>
      </p:sp>
      <p:sp>
        <p:nvSpPr>
          <p:cNvPr id="10" name="Slide Number Placeholder 5"/>
          <p:cNvSpPr txBox="1">
            <a:spLocks/>
          </p:cNvSpPr>
          <p:nvPr userDrawn="1"/>
        </p:nvSpPr>
        <p:spPr>
          <a:xfrm>
            <a:off x="7081055" y="6655982"/>
            <a:ext cx="2057400" cy="1947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57948C-36CC-4058-B3B6-FC12FAA10D79}" type="slidenum">
              <a:rPr lang="en-US" smtClean="0"/>
              <a:pPr/>
              <a:t>‹#›</a:t>
            </a:fld>
            <a:endParaRPr lang="en-US"/>
          </a:p>
        </p:txBody>
      </p:sp>
    </p:spTree>
    <p:extLst>
      <p:ext uri="{BB962C8B-B14F-4D97-AF65-F5344CB8AC3E}">
        <p14:creationId xmlns:p14="http://schemas.microsoft.com/office/powerpoint/2010/main" val="674651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
        <p:nvSpPr>
          <p:cNvPr id="9" name="Footer Placeholder 4"/>
          <p:cNvSpPr txBox="1">
            <a:spLocks/>
          </p:cNvSpPr>
          <p:nvPr userDrawn="1"/>
        </p:nvSpPr>
        <p:spPr>
          <a:xfrm>
            <a:off x="0" y="6645349"/>
            <a:ext cx="3086100" cy="203718"/>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rraj@iitp.ac.in</a:t>
            </a:r>
          </a:p>
        </p:txBody>
      </p:sp>
      <p:sp>
        <p:nvSpPr>
          <p:cNvPr id="10" name="Slide Number Placeholder 5"/>
          <p:cNvSpPr txBox="1">
            <a:spLocks/>
          </p:cNvSpPr>
          <p:nvPr userDrawn="1"/>
        </p:nvSpPr>
        <p:spPr>
          <a:xfrm>
            <a:off x="7081055" y="6655982"/>
            <a:ext cx="2057400" cy="1947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57948C-36CC-4058-B3B6-FC12FAA10D79}" type="slidenum">
              <a:rPr lang="en-US" smtClean="0"/>
              <a:pPr/>
              <a:t>‹#›</a:t>
            </a:fld>
            <a:endParaRPr lang="en-US"/>
          </a:p>
        </p:txBody>
      </p:sp>
    </p:spTree>
    <p:extLst>
      <p:ext uri="{BB962C8B-B14F-4D97-AF65-F5344CB8AC3E}">
        <p14:creationId xmlns:p14="http://schemas.microsoft.com/office/powerpoint/2010/main" val="1952395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10655"/>
            <a:ext cx="7886700" cy="900003"/>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
        <p:nvSpPr>
          <p:cNvPr id="8" name="Footer Placeholder 4"/>
          <p:cNvSpPr txBox="1">
            <a:spLocks/>
          </p:cNvSpPr>
          <p:nvPr userDrawn="1"/>
        </p:nvSpPr>
        <p:spPr>
          <a:xfrm>
            <a:off x="0" y="6645349"/>
            <a:ext cx="3086100" cy="203718"/>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rraj@iitp.ac.in</a:t>
            </a:r>
          </a:p>
        </p:txBody>
      </p:sp>
      <p:sp>
        <p:nvSpPr>
          <p:cNvPr id="9" name="Slide Number Placeholder 5"/>
          <p:cNvSpPr txBox="1">
            <a:spLocks/>
          </p:cNvSpPr>
          <p:nvPr userDrawn="1"/>
        </p:nvSpPr>
        <p:spPr>
          <a:xfrm>
            <a:off x="7081055" y="6655982"/>
            <a:ext cx="2057400" cy="1947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57948C-36CC-4058-B3B6-FC12FAA10D79}" type="slidenum">
              <a:rPr lang="en-US" smtClean="0"/>
              <a:pPr/>
              <a:t>‹#›</a:t>
            </a:fld>
            <a:endParaRPr lang="en-US"/>
          </a:p>
        </p:txBody>
      </p:sp>
    </p:spTree>
    <p:extLst>
      <p:ext uri="{BB962C8B-B14F-4D97-AF65-F5344CB8AC3E}">
        <p14:creationId xmlns:p14="http://schemas.microsoft.com/office/powerpoint/2010/main" val="3538795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
        <p:nvSpPr>
          <p:cNvPr id="8" name="Footer Placeholder 4"/>
          <p:cNvSpPr txBox="1">
            <a:spLocks/>
          </p:cNvSpPr>
          <p:nvPr userDrawn="1"/>
        </p:nvSpPr>
        <p:spPr>
          <a:xfrm>
            <a:off x="0" y="6645349"/>
            <a:ext cx="3086100" cy="203718"/>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t>rraj@iitp.ac.in</a:t>
            </a:r>
          </a:p>
        </p:txBody>
      </p:sp>
      <p:sp>
        <p:nvSpPr>
          <p:cNvPr id="9" name="Slide Number Placeholder 5"/>
          <p:cNvSpPr txBox="1">
            <a:spLocks/>
          </p:cNvSpPr>
          <p:nvPr userDrawn="1"/>
        </p:nvSpPr>
        <p:spPr>
          <a:xfrm>
            <a:off x="7081055" y="6655982"/>
            <a:ext cx="2057400" cy="19478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57948C-36CC-4058-B3B6-FC12FAA10D79}" type="slidenum">
              <a:rPr lang="en-US" smtClean="0"/>
              <a:pPr/>
              <a:t>‹#›</a:t>
            </a:fld>
            <a:endParaRPr lang="en-US"/>
          </a:p>
        </p:txBody>
      </p:sp>
    </p:spTree>
    <p:extLst>
      <p:ext uri="{BB962C8B-B14F-4D97-AF65-F5344CB8AC3E}">
        <p14:creationId xmlns:p14="http://schemas.microsoft.com/office/powerpoint/2010/main" val="2592927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CB07D-A145-44D6-B534-9F755439FA62}"/>
              </a:ext>
            </a:extLst>
          </p:cNvPr>
          <p:cNvSpPr>
            <a:spLocks noGrp="1"/>
          </p:cNvSpPr>
          <p:nvPr>
            <p:ph type="title"/>
          </p:nvPr>
        </p:nvSpPr>
        <p:spPr>
          <a:xfrm>
            <a:off x="609600" y="304800"/>
            <a:ext cx="7924800"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89240F-4292-43A0-BDFD-CA4974214BA8}"/>
              </a:ext>
            </a:extLst>
          </p:cNvPr>
          <p:cNvSpPr>
            <a:spLocks noGrp="1"/>
          </p:cNvSpPr>
          <p:nvPr>
            <p:ph type="body" sz="half" idx="1"/>
          </p:nvPr>
        </p:nvSpPr>
        <p:spPr>
          <a:xfrm>
            <a:off x="609600" y="1447800"/>
            <a:ext cx="3886200" cy="4800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a:extLst>
              <a:ext uri="{FF2B5EF4-FFF2-40B4-BE49-F238E27FC236}">
                <a16:creationId xmlns:a16="http://schemas.microsoft.com/office/drawing/2014/main" id="{C9D90C4C-DF21-4AD1-8EEE-6B95E7DB17A4}"/>
              </a:ext>
            </a:extLst>
          </p:cNvPr>
          <p:cNvSpPr>
            <a:spLocks noGrp="1"/>
          </p:cNvSpPr>
          <p:nvPr>
            <p:ph type="chart" sz="half" idx="2"/>
          </p:nvPr>
        </p:nvSpPr>
        <p:spPr>
          <a:xfrm>
            <a:off x="4648200" y="1447800"/>
            <a:ext cx="3886200" cy="4800600"/>
          </a:xfrm>
        </p:spPr>
        <p:txBody>
          <a:bodyPr/>
          <a:lstStyle/>
          <a:p>
            <a:endParaRPr lang="en-US"/>
          </a:p>
        </p:txBody>
      </p:sp>
      <p:sp>
        <p:nvSpPr>
          <p:cNvPr id="5" name="Date Placeholder 4">
            <a:extLst>
              <a:ext uri="{FF2B5EF4-FFF2-40B4-BE49-F238E27FC236}">
                <a16:creationId xmlns:a16="http://schemas.microsoft.com/office/drawing/2014/main" id="{CF8D531E-0247-4E19-AA70-E985E3487A4B}"/>
              </a:ext>
            </a:extLst>
          </p:cNvPr>
          <p:cNvSpPr>
            <a:spLocks noGrp="1"/>
          </p:cNvSpPr>
          <p:nvPr>
            <p:ph type="dt" sz="half" idx="10"/>
          </p:nvPr>
        </p:nvSpPr>
        <p:spPr>
          <a:xfrm>
            <a:off x="685800" y="6248400"/>
            <a:ext cx="19050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D470A03F-50B5-4901-960B-8CBA1A74D8FE}"/>
              </a:ext>
            </a:extLst>
          </p:cNvPr>
          <p:cNvSpPr>
            <a:spLocks noGrp="1"/>
          </p:cNvSpPr>
          <p:nvPr>
            <p:ph type="ftr" sz="quarter" idx="11"/>
          </p:nvPr>
        </p:nvSpPr>
        <p:spPr>
          <a:xfrm>
            <a:off x="3124200" y="6248400"/>
            <a:ext cx="28956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6F24486-AA88-4C90-A7E6-1A564E2283C8}"/>
              </a:ext>
            </a:extLst>
          </p:cNvPr>
          <p:cNvSpPr>
            <a:spLocks noGrp="1"/>
          </p:cNvSpPr>
          <p:nvPr>
            <p:ph type="sldNum" sz="quarter" idx="12"/>
          </p:nvPr>
        </p:nvSpPr>
        <p:spPr>
          <a:xfrm>
            <a:off x="6934200" y="6248400"/>
            <a:ext cx="1905000" cy="457200"/>
          </a:xfrm>
        </p:spPr>
        <p:txBody>
          <a:bodyPr/>
          <a:lstStyle>
            <a:lvl1pPr>
              <a:defRPr/>
            </a:lvl1pPr>
          </a:lstStyle>
          <a:p>
            <a:fld id="{35715615-6361-4641-BAEF-9C7815371AFE}" type="slidenum">
              <a:rPr lang="en-US" altLang="en-US"/>
              <a:pPr/>
              <a:t>‹#›</a:t>
            </a:fld>
            <a:endParaRPr lang="en-US" altLang="en-US"/>
          </a:p>
        </p:txBody>
      </p:sp>
    </p:spTree>
    <p:extLst>
      <p:ext uri="{BB962C8B-B14F-4D97-AF65-F5344CB8AC3E}">
        <p14:creationId xmlns:p14="http://schemas.microsoft.com/office/powerpoint/2010/main" val="3522747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7886700" cy="81419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CAAF08-7867-4031-ACAA-BC3C96B571B0}" type="datetimeFigureOut">
              <a:rPr lang="en-US" smtClean="0"/>
              <a:t>4/4/2022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57948C-36CC-4058-B3B6-FC12FAA10D79}" type="slidenum">
              <a:rPr lang="en-US" smtClean="0"/>
              <a:t>‹#›</a:t>
            </a:fld>
            <a:endParaRPr lang="en-US"/>
          </a:p>
        </p:txBody>
      </p:sp>
      <p:pic>
        <p:nvPicPr>
          <p:cNvPr id="7" name="Picture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777488" y="11286"/>
            <a:ext cx="1371600" cy="1371600"/>
          </a:xfrm>
          <a:prstGeom prst="rect">
            <a:avLst/>
          </a:prstGeom>
        </p:spPr>
      </p:pic>
    </p:spTree>
    <p:extLst>
      <p:ext uri="{BB962C8B-B14F-4D97-AF65-F5344CB8AC3E}">
        <p14:creationId xmlns:p14="http://schemas.microsoft.com/office/powerpoint/2010/main" val="3111099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0.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Arial" panose="020B0604020202020204" pitchFamily="34" charset="0"/>
                <a:cs typeface="Arial" panose="020B0604020202020204" pitchFamily="34" charset="0"/>
              </a:rPr>
              <a:t>Presentation 101</a:t>
            </a:r>
            <a:br>
              <a:rPr lang="en-US" dirty="0">
                <a:latin typeface="Arial" panose="020B0604020202020204" pitchFamily="34" charset="0"/>
                <a:cs typeface="Arial" panose="020B0604020202020204" pitchFamily="34" charset="0"/>
              </a:rPr>
            </a:br>
            <a:br>
              <a:rPr lang="en-US" dirty="0">
                <a:latin typeface="Arial" panose="020B0604020202020204" pitchFamily="34" charset="0"/>
                <a:cs typeface="Arial" panose="020B0604020202020204" pitchFamily="34" charset="0"/>
              </a:rPr>
            </a:br>
            <a:r>
              <a:rPr lang="en-US" sz="4000" dirty="0">
                <a:latin typeface="Arial" panose="020B0604020202020204" pitchFamily="34" charset="0"/>
                <a:cs typeface="Arial" panose="020B0604020202020204" pitchFamily="34" charset="0"/>
              </a:rPr>
              <a:t>Bad Presentations</a:t>
            </a:r>
            <a:br>
              <a:rPr lang="en-US" sz="4000" dirty="0">
                <a:latin typeface="Arial" panose="020B0604020202020204" pitchFamily="34" charset="0"/>
                <a:cs typeface="Arial" panose="020B0604020202020204" pitchFamily="34" charset="0"/>
              </a:rPr>
            </a:br>
            <a:r>
              <a:rPr lang="en-US" sz="4000" dirty="0">
                <a:latin typeface="Arial" panose="020B0604020202020204" pitchFamily="34" charset="0"/>
                <a:cs typeface="Arial" panose="020B0604020202020204" pitchFamily="34" charset="0"/>
              </a:rPr>
              <a:t>(….and how not to give one)</a:t>
            </a:r>
            <a:endParaRPr lang="en-US"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p:txBody>
          <a:bodyPr/>
          <a:lstStyle/>
          <a:p>
            <a:r>
              <a:rPr lang="en-US" dirty="0">
                <a:solidFill>
                  <a:srgbClr val="0A20C6"/>
                </a:solidFill>
                <a:latin typeface="Arial" panose="020B0604020202020204" pitchFamily="34" charset="0"/>
                <a:cs typeface="Arial" panose="020B0604020202020204" pitchFamily="34" charset="0"/>
              </a:rPr>
              <a:t>Seminar – MH 507</a:t>
            </a:r>
          </a:p>
          <a:p>
            <a:r>
              <a:rPr lang="en-US" dirty="0">
                <a:solidFill>
                  <a:srgbClr val="00B050"/>
                </a:solidFill>
                <a:latin typeface="Arial" panose="020B0604020202020204" pitchFamily="34" charset="0"/>
                <a:cs typeface="Arial" panose="020B0604020202020204" pitchFamily="34" charset="0"/>
              </a:rPr>
              <a:t>Rishi Raj</a:t>
            </a:r>
          </a:p>
        </p:txBody>
      </p:sp>
    </p:spTree>
    <p:extLst>
      <p:ext uri="{BB962C8B-B14F-4D97-AF65-F5344CB8AC3E}">
        <p14:creationId xmlns:p14="http://schemas.microsoft.com/office/powerpoint/2010/main" val="2253053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68" y="631"/>
            <a:ext cx="7827432" cy="888717"/>
          </a:xfrm>
        </p:spPr>
        <p:txBody>
          <a:bodyPr vert="horz" lIns="91440" tIns="45720" rIns="91440" bIns="45720" rtlCol="0" anchor="ctr">
            <a:normAutofit/>
          </a:bodyPr>
          <a:lstStyle/>
          <a:p>
            <a:r>
              <a:rPr lang="en-US" sz="3200" dirty="0">
                <a:solidFill>
                  <a:srgbClr val="0A20C6"/>
                </a:solidFill>
                <a:latin typeface="Arial" panose="020B0604020202020204" pitchFamily="34" charset="0"/>
                <a:cs typeface="Arial" panose="020B0604020202020204" pitchFamily="34" charset="0"/>
              </a:rPr>
              <a:t>Acknowledgements </a:t>
            </a:r>
          </a:p>
        </p:txBody>
      </p:sp>
      <p:sp>
        <p:nvSpPr>
          <p:cNvPr id="3" name="Content Placeholder 2"/>
          <p:cNvSpPr>
            <a:spLocks noGrp="1"/>
          </p:cNvSpPr>
          <p:nvPr>
            <p:ph idx="1"/>
          </p:nvPr>
        </p:nvSpPr>
        <p:spPr>
          <a:xfrm>
            <a:off x="220639" y="1147450"/>
            <a:ext cx="8847859" cy="4129225"/>
          </a:xfrm>
        </p:spPr>
        <p:txBody>
          <a:bodyPr>
            <a:normAutofit/>
          </a:bodyPr>
          <a:lstStyle/>
          <a:p>
            <a:pPr>
              <a:lnSpc>
                <a:spcPct val="120000"/>
              </a:lnSpc>
              <a:spcBef>
                <a:spcPts val="0"/>
              </a:spcBef>
            </a:pPr>
            <a:r>
              <a:rPr lang="en-US" dirty="0">
                <a:solidFill>
                  <a:srgbClr val="000000"/>
                </a:solidFill>
                <a:latin typeface="Arial" panose="020B0604020202020204" pitchFamily="34" charset="0"/>
                <a:ea typeface="Calibri" panose="020F0502020204030204" pitchFamily="34" charset="0"/>
              </a:rPr>
              <a:t>Katherine Compton, Dept. of ECE, UW-Madison</a:t>
            </a:r>
          </a:p>
          <a:p>
            <a:pPr>
              <a:lnSpc>
                <a:spcPct val="120000"/>
              </a:lnSpc>
              <a:spcBef>
                <a:spcPts val="0"/>
              </a:spcBef>
            </a:pPr>
            <a:endParaRPr lang="en-US" sz="3200" dirty="0">
              <a:solidFill>
                <a:srgbClr val="000000"/>
              </a:solidFill>
              <a:latin typeface="Arial" panose="020B0604020202020204" pitchFamily="34" charset="0"/>
              <a:ea typeface="Calibri" panose="020F0502020204030204" pitchFamily="34" charset="0"/>
            </a:endParaRPr>
          </a:p>
          <a:p>
            <a:pPr>
              <a:lnSpc>
                <a:spcPct val="120000"/>
              </a:lnSpc>
              <a:spcBef>
                <a:spcPts val="0"/>
              </a:spcBef>
            </a:pPr>
            <a:r>
              <a:rPr lang="en-US" sz="2900" dirty="0">
                <a:solidFill>
                  <a:srgbClr val="000000"/>
                </a:solidFill>
                <a:latin typeface="Arial" panose="020B0604020202020204" pitchFamily="34" charset="0"/>
                <a:ea typeface="Calibri" panose="020F0502020204030204" pitchFamily="34" charset="0"/>
              </a:rPr>
              <a:t>Mark L. Chang, Dept. of ECE, Olin College of Eng.</a:t>
            </a:r>
          </a:p>
          <a:p>
            <a:pPr>
              <a:lnSpc>
                <a:spcPct val="120000"/>
              </a:lnSpc>
              <a:spcBef>
                <a:spcPts val="0"/>
              </a:spcBef>
            </a:pPr>
            <a:endParaRPr lang="en-US" sz="2900" dirty="0">
              <a:solidFill>
                <a:srgbClr val="000000"/>
              </a:solidFill>
              <a:latin typeface="Arial" panose="020B0604020202020204" pitchFamily="34" charset="0"/>
              <a:ea typeface="Calibri" panose="020F0502020204030204" pitchFamily="34" charset="0"/>
            </a:endParaRPr>
          </a:p>
          <a:p>
            <a:pPr>
              <a:lnSpc>
                <a:spcPct val="120000"/>
              </a:lnSpc>
              <a:spcBef>
                <a:spcPts val="0"/>
              </a:spcBef>
            </a:pPr>
            <a:r>
              <a:rPr lang="en-US" sz="2900" dirty="0">
                <a:solidFill>
                  <a:srgbClr val="000000"/>
                </a:solidFill>
                <a:latin typeface="Arial" panose="020B0604020202020204" pitchFamily="34" charset="0"/>
                <a:ea typeface="Calibri" panose="020F0502020204030204" pitchFamily="34" charset="0"/>
              </a:rPr>
              <a:t>Michael Alley, Virginia Tech.</a:t>
            </a:r>
          </a:p>
        </p:txBody>
      </p:sp>
    </p:spTree>
    <p:extLst>
      <p:ext uri="{BB962C8B-B14F-4D97-AF65-F5344CB8AC3E}">
        <p14:creationId xmlns:p14="http://schemas.microsoft.com/office/powerpoint/2010/main" val="67104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7" name="Rectangle 7">
            <a:extLst>
              <a:ext uri="{FF2B5EF4-FFF2-40B4-BE49-F238E27FC236}">
                <a16:creationId xmlns:a16="http://schemas.microsoft.com/office/drawing/2014/main" id="{9B0406ED-68A4-43EB-AB57-C35A3C813591}"/>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Why A Good Presentation?</a:t>
            </a:r>
          </a:p>
        </p:txBody>
      </p:sp>
      <p:sp>
        <p:nvSpPr>
          <p:cNvPr id="66568" name="Rectangle 8">
            <a:extLst>
              <a:ext uri="{FF2B5EF4-FFF2-40B4-BE49-F238E27FC236}">
                <a16:creationId xmlns:a16="http://schemas.microsoft.com/office/drawing/2014/main" id="{A1A3CD20-E681-4F5B-BF72-A43D0AD16B66}"/>
              </a:ext>
            </a:extLst>
          </p:cNvPr>
          <p:cNvSpPr>
            <a:spLocks noGrp="1" noChangeArrowheads="1"/>
          </p:cNvSpPr>
          <p:nvPr>
            <p:ph type="body" idx="1"/>
          </p:nvPr>
        </p:nvSpPr>
        <p:spPr>
          <a:xfrm>
            <a:off x="628650" y="1333850"/>
            <a:ext cx="7886700" cy="4843113"/>
          </a:xfrm>
        </p:spPr>
        <p:txBody>
          <a:bodyPr>
            <a:normAutofit lnSpcReduction="10000"/>
          </a:bodyPr>
          <a:lstStyle/>
          <a:p>
            <a:r>
              <a:rPr lang="en-US" altLang="en-US" dirty="0">
                <a:latin typeface="Arial" panose="020B0604020202020204" pitchFamily="34" charset="0"/>
                <a:cs typeface="Arial" panose="020B0604020202020204" pitchFamily="34" charset="0"/>
              </a:rPr>
              <a:t>A good work is as good as it communicated</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You want people to:</a:t>
            </a:r>
          </a:p>
          <a:p>
            <a:pPr lvl="1"/>
            <a:r>
              <a:rPr lang="en-US" altLang="en-US" dirty="0">
                <a:latin typeface="Arial" panose="020B0604020202020204" pitchFamily="34" charset="0"/>
                <a:cs typeface="Arial" panose="020B0604020202020204" pitchFamily="34" charset="0"/>
              </a:rPr>
              <a:t>Understand your work</a:t>
            </a:r>
          </a:p>
          <a:p>
            <a:pPr lvl="1"/>
            <a:r>
              <a:rPr lang="en-US" altLang="en-US" dirty="0">
                <a:latin typeface="Arial" panose="020B0604020202020204" pitchFamily="34" charset="0"/>
                <a:cs typeface="Arial" panose="020B0604020202020204" pitchFamily="34" charset="0"/>
              </a:rPr>
              <a:t>Be INTERESTED in your work</a:t>
            </a:r>
          </a:p>
          <a:p>
            <a:pPr lvl="1"/>
            <a:r>
              <a:rPr lang="en-US" altLang="en-US" dirty="0">
                <a:latin typeface="Arial" panose="020B0604020202020204" pitchFamily="34" charset="0"/>
                <a:cs typeface="Arial" panose="020B0604020202020204" pitchFamily="34" charset="0"/>
              </a:rPr>
              <a:t>Think you’re great!</a:t>
            </a:r>
          </a:p>
          <a:p>
            <a:pPr lvl="1"/>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What happens if you give a bad one?</a:t>
            </a:r>
          </a:p>
          <a:p>
            <a:pPr lvl="1"/>
            <a:r>
              <a:rPr lang="en-US" altLang="en-US" dirty="0">
                <a:latin typeface="Arial" panose="020B0604020202020204" pitchFamily="34" charset="0"/>
                <a:cs typeface="Arial" panose="020B0604020202020204" pitchFamily="34" charset="0"/>
              </a:rPr>
              <a:t>Few pay attention</a:t>
            </a:r>
          </a:p>
          <a:p>
            <a:pPr lvl="1"/>
            <a:r>
              <a:rPr lang="en-US" altLang="en-US" dirty="0">
                <a:latin typeface="Arial" panose="020B0604020202020204" pitchFamily="34" charset="0"/>
                <a:cs typeface="Arial" panose="020B0604020202020204" pitchFamily="34" charset="0"/>
              </a:rPr>
              <a:t>They may fall asleep</a:t>
            </a:r>
          </a:p>
          <a:p>
            <a:pPr lvl="1"/>
            <a:r>
              <a:rPr lang="en-US" altLang="en-US" dirty="0">
                <a:latin typeface="Arial" panose="020B0604020202020204" pitchFamily="34" charset="0"/>
                <a:cs typeface="Arial" panose="020B0604020202020204" pitchFamily="34" charset="0"/>
              </a:rPr>
              <a:t>Might think your work is not important</a:t>
            </a:r>
          </a:p>
          <a:p>
            <a:pPr lvl="1"/>
            <a:r>
              <a:rPr lang="en-US" altLang="en-US" dirty="0">
                <a:latin typeface="Arial" panose="020B0604020202020204" pitchFamily="34" charset="0"/>
                <a:cs typeface="Arial" panose="020B0604020202020204" pitchFamily="34" charset="0"/>
              </a:rPr>
              <a:t>Good work does not get the right attention</a:t>
            </a:r>
          </a:p>
        </p:txBody>
      </p:sp>
      <p:pic>
        <p:nvPicPr>
          <p:cNvPr id="66566" name="Picture 6" descr="j0301252">
            <a:extLst>
              <a:ext uri="{FF2B5EF4-FFF2-40B4-BE49-F238E27FC236}">
                <a16:creationId xmlns:a16="http://schemas.microsoft.com/office/drawing/2014/main" id="{2C7D0E1E-3FA1-41EB-841D-2B707D944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6706" y="2590101"/>
            <a:ext cx="2439987" cy="20875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1" name="Rectangle 9">
            <a:extLst>
              <a:ext uri="{FF2B5EF4-FFF2-40B4-BE49-F238E27FC236}">
                <a16:creationId xmlns:a16="http://schemas.microsoft.com/office/drawing/2014/main" id="{2556AE4F-5425-4AD8-B06C-E132013B8DA4}"/>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Tips For Presenting</a:t>
            </a:r>
          </a:p>
        </p:txBody>
      </p:sp>
      <p:sp>
        <p:nvSpPr>
          <p:cNvPr id="69642" name="Rectangle 10">
            <a:extLst>
              <a:ext uri="{FF2B5EF4-FFF2-40B4-BE49-F238E27FC236}">
                <a16:creationId xmlns:a16="http://schemas.microsoft.com/office/drawing/2014/main" id="{438FFC2C-7CBE-4A02-BAE7-883BDB2FD4AD}"/>
              </a:ext>
            </a:extLst>
          </p:cNvPr>
          <p:cNvSpPr>
            <a:spLocks noGrp="1" noChangeArrowheads="1"/>
          </p:cNvSpPr>
          <p:nvPr>
            <p:ph type="body" idx="1"/>
          </p:nvPr>
        </p:nvSpPr>
        <p:spPr>
          <a:xfrm>
            <a:off x="628650" y="1174459"/>
            <a:ext cx="7886700" cy="5002504"/>
          </a:xfrm>
        </p:spPr>
        <p:txBody>
          <a:bodyPr>
            <a:normAutofit fontScale="92500" lnSpcReduction="20000"/>
          </a:bodyPr>
          <a:lstStyle/>
          <a:p>
            <a:r>
              <a:rPr lang="en-US" altLang="en-US" dirty="0">
                <a:latin typeface="Arial" panose="020B0604020202020204" pitchFamily="34" charset="0"/>
                <a:cs typeface="Arial" panose="020B0604020202020204" pitchFamily="34" charset="0"/>
              </a:rPr>
              <a:t>How to give GOOD presentations:</a:t>
            </a:r>
          </a:p>
          <a:p>
            <a:pPr lvl="1"/>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Part I: Work</a:t>
            </a:r>
          </a:p>
          <a:p>
            <a:pPr lvl="2"/>
            <a:r>
              <a:rPr lang="en-US" altLang="en-US" dirty="0">
                <a:latin typeface="Arial" panose="020B0604020202020204" pitchFamily="34" charset="0"/>
                <a:cs typeface="Arial" panose="020B0604020202020204" pitchFamily="34" charset="0"/>
              </a:rPr>
              <a:t>Novelty</a:t>
            </a:r>
          </a:p>
          <a:p>
            <a:pPr lvl="2"/>
            <a:r>
              <a:rPr lang="en-US" altLang="en-US" dirty="0">
                <a:latin typeface="Arial" panose="020B0604020202020204" pitchFamily="34" charset="0"/>
                <a:cs typeface="Arial" panose="020B0604020202020204" pitchFamily="34" charset="0"/>
              </a:rPr>
              <a:t>Innovation </a:t>
            </a:r>
          </a:p>
          <a:p>
            <a:pPr lvl="2"/>
            <a:r>
              <a:rPr lang="en-US" altLang="en-US" dirty="0">
                <a:latin typeface="Arial" panose="020B0604020202020204" pitchFamily="34" charset="0"/>
                <a:cs typeface="Arial" panose="020B0604020202020204" pitchFamily="34" charset="0"/>
              </a:rPr>
              <a:t>Hard work</a:t>
            </a:r>
          </a:p>
          <a:p>
            <a:pPr lvl="1"/>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Part II: Presence</a:t>
            </a:r>
          </a:p>
          <a:p>
            <a:pPr lvl="2"/>
            <a:r>
              <a:rPr lang="en-US" altLang="en-US" dirty="0">
                <a:latin typeface="Arial" panose="020B0604020202020204" pitchFamily="34" charset="0"/>
                <a:cs typeface="Arial" panose="020B0604020202020204" pitchFamily="34" charset="0"/>
              </a:rPr>
              <a:t>Attitude</a:t>
            </a:r>
          </a:p>
          <a:p>
            <a:pPr lvl="2"/>
            <a:r>
              <a:rPr lang="en-US" altLang="en-US" dirty="0">
                <a:latin typeface="Arial" panose="020B0604020202020204" pitchFamily="34" charset="0"/>
                <a:cs typeface="Arial" panose="020B0604020202020204" pitchFamily="34" charset="0"/>
              </a:rPr>
              <a:t>Voice</a:t>
            </a:r>
          </a:p>
          <a:p>
            <a:pPr lvl="2"/>
            <a:r>
              <a:rPr lang="en-US" altLang="en-US" dirty="0">
                <a:latin typeface="Arial" panose="020B0604020202020204" pitchFamily="34" charset="0"/>
                <a:cs typeface="Arial" panose="020B0604020202020204" pitchFamily="34" charset="0"/>
              </a:rPr>
              <a:t>Mannerisms</a:t>
            </a:r>
          </a:p>
          <a:p>
            <a:pPr lvl="1"/>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Part III: Slide style</a:t>
            </a:r>
          </a:p>
          <a:p>
            <a:pPr lvl="2"/>
            <a:r>
              <a:rPr lang="en-US" altLang="en-US" dirty="0">
                <a:latin typeface="Arial" panose="020B0604020202020204" pitchFamily="34" charset="0"/>
                <a:cs typeface="Arial" panose="020B0604020202020204" pitchFamily="34" charset="0"/>
              </a:rPr>
              <a:t>Understandable</a:t>
            </a:r>
          </a:p>
          <a:p>
            <a:pPr lvl="2"/>
            <a:r>
              <a:rPr lang="en-US" altLang="en-US" dirty="0">
                <a:latin typeface="Arial" panose="020B0604020202020204" pitchFamily="34" charset="0"/>
                <a:cs typeface="Arial" panose="020B0604020202020204" pitchFamily="34" charset="0"/>
              </a:rPr>
              <a:t>Interesting</a:t>
            </a:r>
            <a:br>
              <a:rPr lang="en-US" altLang="en-US" dirty="0">
                <a:latin typeface="Arial" panose="020B0604020202020204" pitchFamily="34" charset="0"/>
                <a:cs typeface="Arial" panose="020B0604020202020204" pitchFamily="34" charset="0"/>
              </a:rPr>
            </a:br>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Will show examples of what NOT to do</a:t>
            </a:r>
          </a:p>
          <a:p>
            <a:endParaRPr lang="en-US" altLang="en-US"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3EE8392-ED58-4DD8-8B1B-B3F4BE79C5B1}"/>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Part I</a:t>
            </a:r>
          </a:p>
        </p:txBody>
      </p:sp>
      <p:sp>
        <p:nvSpPr>
          <p:cNvPr id="107523" name="Rectangle 3">
            <a:extLst>
              <a:ext uri="{FF2B5EF4-FFF2-40B4-BE49-F238E27FC236}">
                <a16:creationId xmlns:a16="http://schemas.microsoft.com/office/drawing/2014/main" id="{4C78D9B8-7BEF-4B08-A2B2-E296A7BB2076}"/>
              </a:ext>
            </a:extLst>
          </p:cNvPr>
          <p:cNvSpPr>
            <a:spLocks noGrp="1" noChangeArrowheads="1"/>
          </p:cNvSpPr>
          <p:nvPr>
            <p:ph type="body" idx="1"/>
          </p:nvPr>
        </p:nvSpPr>
        <p:spPr/>
        <p:txBody>
          <a:bodyPr>
            <a:normAutofit/>
          </a:bodyPr>
          <a:lstStyle/>
          <a:p>
            <a:r>
              <a:rPr lang="en-US" altLang="en-US" sz="4000" dirty="0">
                <a:latin typeface="Arial" panose="020B0604020202020204" pitchFamily="34" charset="0"/>
                <a:cs typeface="Arial" panose="020B0604020202020204" pitchFamily="34" charset="0"/>
              </a:rPr>
              <a:t>Do good research/work</a:t>
            </a:r>
          </a:p>
        </p:txBody>
      </p:sp>
    </p:spTree>
    <p:extLst>
      <p:ext uri="{BB962C8B-B14F-4D97-AF65-F5344CB8AC3E}">
        <p14:creationId xmlns:p14="http://schemas.microsoft.com/office/powerpoint/2010/main" val="3906734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3EE8392-ED58-4DD8-8B1B-B3F4BE79C5B1}"/>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Part II</a:t>
            </a:r>
          </a:p>
        </p:txBody>
      </p:sp>
      <p:sp>
        <p:nvSpPr>
          <p:cNvPr id="107523" name="Rectangle 3">
            <a:extLst>
              <a:ext uri="{FF2B5EF4-FFF2-40B4-BE49-F238E27FC236}">
                <a16:creationId xmlns:a16="http://schemas.microsoft.com/office/drawing/2014/main" id="{4C78D9B8-7BEF-4B08-A2B2-E296A7BB2076}"/>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Keep audience interested</a:t>
            </a:r>
          </a:p>
          <a:p>
            <a:r>
              <a:rPr lang="en-US" altLang="en-US" dirty="0">
                <a:latin typeface="Arial" panose="020B0604020202020204" pitchFamily="34" charset="0"/>
                <a:cs typeface="Arial" panose="020B0604020202020204" pitchFamily="34" charset="0"/>
              </a:rPr>
              <a:t>Keep them with you</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Things that can affect this</a:t>
            </a:r>
          </a:p>
          <a:p>
            <a:pPr lvl="1"/>
            <a:r>
              <a:rPr lang="en-US" altLang="en-US" dirty="0">
                <a:latin typeface="Arial" panose="020B0604020202020204" pitchFamily="34" charset="0"/>
                <a:cs typeface="Arial" panose="020B0604020202020204" pitchFamily="34" charset="0"/>
              </a:rPr>
              <a:t>Topic, topic depth</a:t>
            </a:r>
          </a:p>
          <a:p>
            <a:pPr lvl="1"/>
            <a:r>
              <a:rPr lang="en-US" altLang="en-US" dirty="0">
                <a:latin typeface="Arial" panose="020B0604020202020204" pitchFamily="34" charset="0"/>
                <a:cs typeface="Arial" panose="020B0604020202020204" pitchFamily="34" charset="0"/>
              </a:rPr>
              <a:t>Attitude/Presence</a:t>
            </a:r>
          </a:p>
          <a:p>
            <a:pPr lvl="1"/>
            <a:r>
              <a:rPr lang="en-US" altLang="en-US" dirty="0">
                <a:latin typeface="Arial" panose="020B0604020202020204" pitchFamily="34" charset="0"/>
                <a:cs typeface="Arial" panose="020B0604020202020204" pitchFamily="34" charset="0"/>
              </a:rPr>
              <a:t>Mannerisms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Rectangle 5">
            <a:extLst>
              <a:ext uri="{FF2B5EF4-FFF2-40B4-BE49-F238E27FC236}">
                <a16:creationId xmlns:a16="http://schemas.microsoft.com/office/drawing/2014/main" id="{98D7E3D8-8313-49C8-8495-8D8BC4D347C4}"/>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Know Your Topic</a:t>
            </a:r>
          </a:p>
        </p:txBody>
      </p:sp>
      <p:sp>
        <p:nvSpPr>
          <p:cNvPr id="70662" name="Rectangle 6">
            <a:extLst>
              <a:ext uri="{FF2B5EF4-FFF2-40B4-BE49-F238E27FC236}">
                <a16:creationId xmlns:a16="http://schemas.microsoft.com/office/drawing/2014/main" id="{E04702B3-7CAA-49F9-A582-262D41A90EB7}"/>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Be prepared to get questions!</a:t>
            </a:r>
          </a:p>
          <a:p>
            <a:r>
              <a:rPr lang="en-US" altLang="en-US" dirty="0">
                <a:latin typeface="Arial" panose="020B0604020202020204" pitchFamily="34" charset="0"/>
                <a:cs typeface="Arial" panose="020B0604020202020204" pitchFamily="34" charset="0"/>
              </a:rPr>
              <a:t>“What if I don’t know the answer?”</a:t>
            </a:r>
          </a:p>
          <a:p>
            <a:pPr lvl="1"/>
            <a:r>
              <a:rPr lang="en-US" altLang="en-US" dirty="0">
                <a:latin typeface="Arial" panose="020B0604020202020204" pitchFamily="34" charset="0"/>
                <a:cs typeface="Arial" panose="020B0604020202020204" pitchFamily="34" charset="0"/>
              </a:rPr>
              <a:t>Know WHEN to say “I don’t know”</a:t>
            </a:r>
          </a:p>
          <a:p>
            <a:pPr lvl="1"/>
            <a:r>
              <a:rPr lang="en-US" altLang="en-US" dirty="0">
                <a:latin typeface="Arial" panose="020B0604020202020204" pitchFamily="34" charset="0"/>
                <a:cs typeface="Arial" panose="020B0604020202020204" pitchFamily="34" charset="0"/>
              </a:rPr>
              <a:t>Know HOW to say “I don’t know”</a:t>
            </a:r>
          </a:p>
          <a:p>
            <a:pPr lvl="1"/>
            <a:r>
              <a:rPr lang="en-US" altLang="en-US" dirty="0">
                <a:latin typeface="Arial" panose="020B0604020202020204" pitchFamily="34" charset="0"/>
                <a:cs typeface="Arial" panose="020B0604020202020204" pitchFamily="34" charset="0"/>
              </a:rPr>
              <a:t>Don’t just stand there uncomfortably!</a:t>
            </a:r>
          </a:p>
          <a:p>
            <a:r>
              <a:rPr lang="en-US" altLang="en-US" dirty="0">
                <a:latin typeface="Arial" panose="020B0604020202020204" pitchFamily="34" charset="0"/>
                <a:cs typeface="Arial" panose="020B0604020202020204" pitchFamily="34" charset="0"/>
              </a:rPr>
              <a:t>Be able to recover from interruptions</a:t>
            </a:r>
          </a:p>
          <a:p>
            <a:r>
              <a:rPr lang="en-US" altLang="en-US" dirty="0">
                <a:latin typeface="Arial" panose="020B0604020202020204" pitchFamily="34" charset="0"/>
                <a:cs typeface="Arial" panose="020B0604020202020204" pitchFamily="34" charset="0"/>
              </a:rPr>
              <a:t>Know what to skip if you’re running late</a:t>
            </a:r>
          </a:p>
          <a:p>
            <a:pPr lvl="1"/>
            <a:r>
              <a:rPr lang="en-US" altLang="en-US" dirty="0">
                <a:latin typeface="Arial" panose="020B0604020202020204" pitchFamily="34" charset="0"/>
                <a:cs typeface="Arial" panose="020B0604020202020204" pitchFamily="34" charset="0"/>
              </a:rPr>
              <a:t>Don’t just talk faster!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a:extLst>
              <a:ext uri="{FF2B5EF4-FFF2-40B4-BE49-F238E27FC236}">
                <a16:creationId xmlns:a16="http://schemas.microsoft.com/office/drawing/2014/main" id="{9B8EB3BA-DD1C-4DF3-B009-9CCDC9519222}"/>
              </a:ext>
            </a:extLst>
          </p:cNvPr>
          <p:cNvSpPr>
            <a:spLocks noGrp="1" noChangeArrowheads="1"/>
          </p:cNvSpPr>
          <p:nvPr>
            <p:ph type="title"/>
          </p:nvPr>
        </p:nvSpPr>
        <p:spPr/>
        <p:txBody>
          <a:bodyPr vert="horz" lIns="91440" tIns="45720" rIns="91440" bIns="45720" rtlCol="0" anchor="ctr">
            <a:normAutofit/>
          </a:bodyPr>
          <a:lstStyle/>
          <a:p>
            <a:r>
              <a:rPr lang="en-US" altLang="en-US" sz="3200" b="1" dirty="0">
                <a:solidFill>
                  <a:srgbClr val="0A20C6"/>
                </a:solidFill>
                <a:latin typeface="Arial" panose="020B0604020202020204" pitchFamily="34" charset="0"/>
                <a:cs typeface="Arial" panose="020B0604020202020204" pitchFamily="34" charset="0"/>
              </a:rPr>
              <a:t>Know Your Audience</a:t>
            </a:r>
          </a:p>
        </p:txBody>
      </p:sp>
      <p:sp>
        <p:nvSpPr>
          <p:cNvPr id="73733" name="Rectangle 5">
            <a:extLst>
              <a:ext uri="{FF2B5EF4-FFF2-40B4-BE49-F238E27FC236}">
                <a16:creationId xmlns:a16="http://schemas.microsoft.com/office/drawing/2014/main" id="{F0906D31-B6AD-432D-B7D0-4F27556F4598}"/>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Do they have a background like yours?</a:t>
            </a:r>
          </a:p>
          <a:p>
            <a:r>
              <a:rPr lang="en-US" altLang="en-US" dirty="0">
                <a:latin typeface="Arial" panose="020B0604020202020204" pitchFamily="34" charset="0"/>
                <a:cs typeface="Arial" panose="020B0604020202020204" pitchFamily="34" charset="0"/>
              </a:rPr>
              <a:t>How much hand-holding?</a:t>
            </a:r>
          </a:p>
          <a:p>
            <a:r>
              <a:rPr lang="en-US" altLang="en-US" dirty="0">
                <a:latin typeface="Arial" panose="020B0604020202020204" pitchFamily="34" charset="0"/>
                <a:cs typeface="Arial" panose="020B0604020202020204" pitchFamily="34" charset="0"/>
              </a:rPr>
              <a:t>Can you jump right in to specifics?</a:t>
            </a:r>
          </a:p>
          <a:p>
            <a:r>
              <a:rPr lang="en-US" altLang="en-US" dirty="0">
                <a:latin typeface="Arial" panose="020B0604020202020204" pitchFamily="34" charset="0"/>
                <a:cs typeface="Arial" panose="020B0604020202020204" pitchFamily="34" charset="0"/>
              </a:rPr>
              <a:t>How much motivation for your work?</a:t>
            </a:r>
          </a:p>
          <a:p>
            <a:r>
              <a:rPr lang="en-US" altLang="en-US" dirty="0">
                <a:latin typeface="Arial" panose="020B0604020202020204" pitchFamily="34" charset="0"/>
                <a:cs typeface="Arial" panose="020B0604020202020204" pitchFamily="34" charset="0"/>
              </a:rPr>
              <a:t>How detailed should you get?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CFDBBD9C-5F99-4A49-9028-FDDF57683E1F}"/>
              </a:ext>
            </a:extLst>
          </p:cNvPr>
          <p:cNvSpPr>
            <a:spLocks noGrp="1" noChangeArrowheads="1"/>
          </p:cNvSpPr>
          <p:nvPr>
            <p:ph type="title"/>
          </p:nvPr>
        </p:nvSpPr>
        <p:spPr/>
        <p:txBody>
          <a:bodyPr/>
          <a:lstStyle/>
          <a:p>
            <a:r>
              <a:rPr lang="en-US" altLang="en-US" sz="3200" dirty="0">
                <a:solidFill>
                  <a:srgbClr val="0A20C6"/>
                </a:solidFill>
                <a:latin typeface="Arial" panose="020B0604020202020204" pitchFamily="34" charset="0"/>
                <a:cs typeface="Arial" panose="020B0604020202020204" pitchFamily="34" charset="0"/>
              </a:rPr>
              <a:t>Know Your Location</a:t>
            </a:r>
          </a:p>
        </p:txBody>
      </p:sp>
      <p:sp>
        <p:nvSpPr>
          <p:cNvPr id="74755" name="Rectangle 3">
            <a:extLst>
              <a:ext uri="{FF2B5EF4-FFF2-40B4-BE49-F238E27FC236}">
                <a16:creationId xmlns:a16="http://schemas.microsoft.com/office/drawing/2014/main" id="{6F82A11D-BE50-4106-8161-E28B3FAE5F43}"/>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Need to bring a laptop?</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Need to bring an USB, or email a PPT in advance?</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Can you point with your hand, or do you need a laser pointer?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164A2514-78AF-4F98-88EC-5DF4EB41D663}"/>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Attitude.  (Yours)</a:t>
            </a:r>
          </a:p>
        </p:txBody>
      </p:sp>
      <p:sp>
        <p:nvSpPr>
          <p:cNvPr id="75779" name="Rectangle 3">
            <a:extLst>
              <a:ext uri="{FF2B5EF4-FFF2-40B4-BE49-F238E27FC236}">
                <a16:creationId xmlns:a16="http://schemas.microsoft.com/office/drawing/2014/main" id="{14AA7981-8584-455C-B019-FD5F55BD6E8F}"/>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Are you INTERESTED in your topic?</a:t>
            </a:r>
          </a:p>
          <a:p>
            <a:pPr lvl="1"/>
            <a:r>
              <a:rPr lang="en-US" altLang="en-US" dirty="0">
                <a:latin typeface="Arial" panose="020B0604020202020204" pitchFamily="34" charset="0"/>
                <a:cs typeface="Arial" panose="020B0604020202020204" pitchFamily="34" charset="0"/>
              </a:rPr>
              <a:t>If no, get a different one!</a:t>
            </a:r>
          </a:p>
          <a:p>
            <a:pPr lvl="1"/>
            <a:r>
              <a:rPr lang="en-US" altLang="en-US" dirty="0">
                <a:latin typeface="Arial" panose="020B0604020202020204" pitchFamily="34" charset="0"/>
                <a:cs typeface="Arial" panose="020B0604020202020204" pitchFamily="34" charset="0"/>
              </a:rPr>
              <a:t>If yes, ACT LIKE IT</a:t>
            </a:r>
          </a:p>
          <a:p>
            <a:r>
              <a:rPr lang="en-US" altLang="en-US" dirty="0">
                <a:latin typeface="Arial" panose="020B0604020202020204" pitchFamily="34" charset="0"/>
                <a:cs typeface="Arial" panose="020B0604020202020204" pitchFamily="34" charset="0"/>
              </a:rPr>
              <a:t>If </a:t>
            </a:r>
            <a:r>
              <a:rPr lang="en-US" altLang="en-US" i="1" dirty="0">
                <a:latin typeface="Arial" panose="020B0604020202020204" pitchFamily="34" charset="0"/>
                <a:cs typeface="Arial" panose="020B0604020202020204" pitchFamily="34" charset="0"/>
              </a:rPr>
              <a:t>YOU</a:t>
            </a:r>
            <a:r>
              <a:rPr lang="en-US" altLang="en-US" dirty="0">
                <a:latin typeface="Arial" panose="020B0604020202020204" pitchFamily="34" charset="0"/>
                <a:cs typeface="Arial" panose="020B0604020202020204" pitchFamily="34" charset="0"/>
              </a:rPr>
              <a:t>  aren’t excited…</a:t>
            </a:r>
          </a:p>
          <a:p>
            <a:pPr lvl="1"/>
            <a:r>
              <a:rPr lang="en-US" altLang="en-US" dirty="0">
                <a:latin typeface="Arial" panose="020B0604020202020204" pitchFamily="34" charset="0"/>
                <a:cs typeface="Arial" panose="020B0604020202020204" pitchFamily="34" charset="0"/>
              </a:rPr>
              <a:t>Can’t expect </a:t>
            </a:r>
            <a:r>
              <a:rPr lang="en-US" altLang="en-US" i="1" dirty="0">
                <a:latin typeface="Arial" panose="020B0604020202020204" pitchFamily="34" charset="0"/>
                <a:cs typeface="Arial" panose="020B0604020202020204" pitchFamily="34" charset="0"/>
              </a:rPr>
              <a:t>OTHER</a:t>
            </a:r>
            <a:r>
              <a:rPr lang="en-US" altLang="en-US" dirty="0">
                <a:latin typeface="Arial" panose="020B0604020202020204" pitchFamily="34" charset="0"/>
                <a:cs typeface="Arial" panose="020B0604020202020204" pitchFamily="34" charset="0"/>
              </a:rPr>
              <a:t> people to be!</a:t>
            </a:r>
            <a:br>
              <a:rPr lang="en-US" altLang="en-US" dirty="0">
                <a:latin typeface="Arial" panose="020B0604020202020204" pitchFamily="34" charset="0"/>
                <a:cs typeface="Arial" panose="020B0604020202020204" pitchFamily="34" charset="0"/>
              </a:rPr>
            </a:br>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Don’t talk down to audience</a:t>
            </a:r>
          </a:p>
          <a:p>
            <a:pPr lvl="1"/>
            <a:r>
              <a:rPr lang="en-US" altLang="en-US" dirty="0">
                <a:latin typeface="Arial" panose="020B0604020202020204" pitchFamily="34" charset="0"/>
                <a:cs typeface="Arial" panose="020B0604020202020204" pitchFamily="34" charset="0"/>
              </a:rPr>
              <a:t>You know more than them about THIS…</a:t>
            </a:r>
          </a:p>
          <a:p>
            <a:pPr lvl="1"/>
            <a:r>
              <a:rPr lang="en-US" altLang="en-US" dirty="0">
                <a:latin typeface="Arial" panose="020B0604020202020204" pitchFamily="34" charset="0"/>
                <a:cs typeface="Arial" panose="020B0604020202020204" pitchFamily="34" charset="0"/>
              </a:rPr>
              <a:t>They know more than you about other stuff</a:t>
            </a:r>
          </a:p>
        </p:txBody>
      </p:sp>
      <p:pic>
        <p:nvPicPr>
          <p:cNvPr id="75780" name="Picture 4" descr="MCj02825880000[1]">
            <a:extLst>
              <a:ext uri="{FF2B5EF4-FFF2-40B4-BE49-F238E27FC236}">
                <a16:creationId xmlns:a16="http://schemas.microsoft.com/office/drawing/2014/main" id="{05B2AC85-AF70-4A00-BDDE-E54BA2B6B1FD}"/>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6564313" y="1524000"/>
            <a:ext cx="2198687" cy="2362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951E75FA-4B81-42DD-BE8B-38D107F6063B}"/>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Dead Man Talking</a:t>
            </a:r>
          </a:p>
        </p:txBody>
      </p:sp>
      <p:sp>
        <p:nvSpPr>
          <p:cNvPr id="11267" name="Rectangle 3">
            <a:extLst>
              <a:ext uri="{FF2B5EF4-FFF2-40B4-BE49-F238E27FC236}">
                <a16:creationId xmlns:a16="http://schemas.microsoft.com/office/drawing/2014/main" id="{90549727-E493-4701-93D3-75867A567FFD}"/>
              </a:ext>
            </a:extLst>
          </p:cNvPr>
          <p:cNvSpPr>
            <a:spLocks noGrp="1" noChangeArrowheads="1"/>
          </p:cNvSpPr>
          <p:nvPr>
            <p:ph type="body" idx="1"/>
          </p:nvPr>
        </p:nvSpPr>
        <p:spPr>
          <a:xfrm>
            <a:off x="527982" y="1393205"/>
            <a:ext cx="7886700" cy="4351338"/>
          </a:xfrm>
        </p:spPr>
        <p:txBody>
          <a:bodyPr>
            <a:normAutofit lnSpcReduction="10000"/>
          </a:bodyPr>
          <a:lstStyle/>
          <a:p>
            <a:pPr>
              <a:lnSpc>
                <a:spcPct val="90000"/>
              </a:lnSpc>
            </a:pPr>
            <a:r>
              <a:rPr lang="en-US" altLang="en-US" sz="2800" dirty="0">
                <a:latin typeface="Arial" panose="020B0604020202020204" pitchFamily="34" charset="0"/>
                <a:cs typeface="Arial" panose="020B0604020202020204" pitchFamily="34" charset="0"/>
              </a:rPr>
              <a:t>Are you hiding behind the podium?</a:t>
            </a:r>
          </a:p>
          <a:p>
            <a:pPr>
              <a:lnSpc>
                <a:spcPct val="90000"/>
              </a:lnSpc>
            </a:pPr>
            <a:r>
              <a:rPr lang="en-US" altLang="en-US" sz="2800" dirty="0">
                <a:latin typeface="Arial" panose="020B0604020202020204" pitchFamily="34" charset="0"/>
                <a:cs typeface="Arial" panose="020B0604020202020204" pitchFamily="34" charset="0"/>
              </a:rPr>
              <a:t>Are your hands/face motionless?</a:t>
            </a:r>
          </a:p>
          <a:p>
            <a:pPr>
              <a:lnSpc>
                <a:spcPct val="90000"/>
              </a:lnSpc>
            </a:pPr>
            <a:r>
              <a:rPr lang="en-US" altLang="en-US" sz="2800" dirty="0">
                <a:latin typeface="Arial" panose="020B0604020202020204" pitchFamily="34" charset="0"/>
                <a:cs typeface="Arial" panose="020B0604020202020204" pitchFamily="34" charset="0"/>
              </a:rPr>
              <a:t>Are you staring…</a:t>
            </a:r>
          </a:p>
          <a:p>
            <a:pPr lvl="1">
              <a:lnSpc>
                <a:spcPct val="90000"/>
              </a:lnSpc>
            </a:pPr>
            <a:r>
              <a:rPr lang="en-US" altLang="en-US" sz="2400" dirty="0">
                <a:latin typeface="Arial" panose="020B0604020202020204" pitchFamily="34" charset="0"/>
                <a:cs typeface="Arial" panose="020B0604020202020204" pitchFamily="34" charset="0"/>
              </a:rPr>
              <a:t>at your advisor/boss?</a:t>
            </a:r>
          </a:p>
          <a:p>
            <a:pPr lvl="1">
              <a:lnSpc>
                <a:spcPct val="90000"/>
              </a:lnSpc>
            </a:pPr>
            <a:r>
              <a:rPr lang="en-US" altLang="en-US" sz="2400" dirty="0">
                <a:latin typeface="Arial" panose="020B0604020202020204" pitchFamily="34" charset="0"/>
                <a:cs typeface="Arial" panose="020B0604020202020204" pitchFamily="34" charset="0"/>
              </a:rPr>
              <a:t>at your laptop?</a:t>
            </a:r>
          </a:p>
          <a:p>
            <a:pPr lvl="1">
              <a:lnSpc>
                <a:spcPct val="90000"/>
              </a:lnSpc>
            </a:pPr>
            <a:r>
              <a:rPr lang="en-US" altLang="en-US" sz="2400" dirty="0">
                <a:latin typeface="Arial" panose="020B0604020202020204" pitchFamily="34" charset="0"/>
                <a:cs typeface="Arial" panose="020B0604020202020204" pitchFamily="34" charset="0"/>
              </a:rPr>
              <a:t>at the screen?</a:t>
            </a:r>
          </a:p>
          <a:p>
            <a:pPr lvl="1">
              <a:lnSpc>
                <a:spcPct val="90000"/>
              </a:lnSpc>
            </a:pPr>
            <a:r>
              <a:rPr lang="en-US" altLang="en-US" sz="2400" dirty="0">
                <a:latin typeface="Arial" panose="020B0604020202020204" pitchFamily="34" charset="0"/>
                <a:cs typeface="Arial" panose="020B0604020202020204" pitchFamily="34" charset="0"/>
              </a:rPr>
              <a:t>at the ceiling?</a:t>
            </a:r>
          </a:p>
          <a:p>
            <a:pPr>
              <a:lnSpc>
                <a:spcPct val="90000"/>
              </a:lnSpc>
            </a:pPr>
            <a:r>
              <a:rPr lang="en-US" altLang="en-US" sz="2800" dirty="0">
                <a:latin typeface="Arial" panose="020B0604020202020204" pitchFamily="34" charset="0"/>
                <a:cs typeface="Arial" panose="020B0604020202020204" pitchFamily="34" charset="0"/>
              </a:rPr>
              <a:t>Is your back to the audience?</a:t>
            </a:r>
          </a:p>
          <a:p>
            <a:pPr>
              <a:lnSpc>
                <a:spcPct val="90000"/>
              </a:lnSpc>
            </a:pPr>
            <a:endParaRPr lang="en-US" altLang="en-US" sz="2800" dirty="0">
              <a:latin typeface="Arial" panose="020B0604020202020204" pitchFamily="34" charset="0"/>
              <a:cs typeface="Arial" panose="020B0604020202020204" pitchFamily="34" charset="0"/>
            </a:endParaRPr>
          </a:p>
          <a:p>
            <a:pPr>
              <a:lnSpc>
                <a:spcPct val="90000"/>
              </a:lnSpc>
            </a:pPr>
            <a:r>
              <a:rPr lang="en-US" altLang="en-US" sz="2800" dirty="0">
                <a:latin typeface="Arial" panose="020B0604020202020204" pitchFamily="34" charset="0"/>
                <a:cs typeface="Arial" panose="020B0604020202020204" pitchFamily="34" charset="0"/>
              </a:rPr>
              <a:t>IF SO… you’re probably BORING!</a:t>
            </a:r>
          </a:p>
          <a:p>
            <a:pPr>
              <a:lnSpc>
                <a:spcPct val="90000"/>
              </a:lnSpc>
            </a:pPr>
            <a:endParaRPr lang="en-US" altLang="en-US" sz="2800" dirty="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B935ECD-F6CF-48BE-B89E-EDA71C1DE843}"/>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I Drank A Case Of Mountain Dew!</a:t>
            </a:r>
          </a:p>
        </p:txBody>
      </p:sp>
      <p:sp>
        <p:nvSpPr>
          <p:cNvPr id="14339" name="Rectangle 3">
            <a:extLst>
              <a:ext uri="{FF2B5EF4-FFF2-40B4-BE49-F238E27FC236}">
                <a16:creationId xmlns:a16="http://schemas.microsoft.com/office/drawing/2014/main" id="{6E66C160-F4DA-49F1-B84B-7AA9647507FB}"/>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Sometimes nerves make for fast talking</a:t>
            </a:r>
          </a:p>
          <a:p>
            <a:r>
              <a:rPr lang="en-US" altLang="en-US" dirty="0">
                <a:latin typeface="Arial" panose="020B0604020202020204" pitchFamily="34" charset="0"/>
                <a:cs typeface="Arial" panose="020B0604020202020204" pitchFamily="34" charset="0"/>
              </a:rPr>
              <a:t>Calm down. E-nun-see-ate (enunciate)</a:t>
            </a:r>
          </a:p>
          <a:p>
            <a:r>
              <a:rPr lang="en-US" altLang="en-US" dirty="0">
                <a:latin typeface="Arial" panose="020B0604020202020204" pitchFamily="34" charset="0"/>
                <a:cs typeface="Arial" panose="020B0604020202020204" pitchFamily="34" charset="0"/>
              </a:rPr>
              <a:t>It’s not a race</a:t>
            </a:r>
          </a:p>
          <a:p>
            <a:pPr lvl="1"/>
            <a:r>
              <a:rPr lang="en-US" altLang="en-US" dirty="0">
                <a:latin typeface="Arial" panose="020B0604020202020204" pitchFamily="34" charset="0"/>
                <a:cs typeface="Arial" panose="020B0604020202020204" pitchFamily="34" charset="0"/>
              </a:rPr>
              <a:t>People need time to absorb information</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Take a bottle of water if necessary</a:t>
            </a:r>
          </a:p>
          <a:p>
            <a:pPr lvl="1"/>
            <a:r>
              <a:rPr lang="en-US" altLang="en-US" dirty="0">
                <a:latin typeface="Arial" panose="020B0604020202020204" pitchFamily="34" charset="0"/>
                <a:cs typeface="Arial" panose="020B0604020202020204" pitchFamily="34" charset="0"/>
              </a:rPr>
              <a:t>Bottles if you can work a cap (spillage)</a:t>
            </a:r>
          </a:p>
          <a:p>
            <a:pPr lvl="1"/>
            <a:r>
              <a:rPr lang="en-US" altLang="en-US" dirty="0">
                <a:latin typeface="Arial" panose="020B0604020202020204" pitchFamily="34" charset="0"/>
                <a:cs typeface="Arial" panose="020B0604020202020204" pitchFamily="34" charset="0"/>
              </a:rPr>
              <a:t>Glass if you’re using a laser pointer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7BCEA64-9913-4E34-8742-007EFAC2B4B2}"/>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Is This Thing On &lt;tap tap&gt;? </a:t>
            </a:r>
          </a:p>
        </p:txBody>
      </p:sp>
      <p:sp>
        <p:nvSpPr>
          <p:cNvPr id="13315" name="Rectangle 3">
            <a:extLst>
              <a:ext uri="{FF2B5EF4-FFF2-40B4-BE49-F238E27FC236}">
                <a16:creationId xmlns:a16="http://schemas.microsoft.com/office/drawing/2014/main" id="{CFC765B0-43AE-41A9-9824-AAE625E75E6C}"/>
              </a:ext>
            </a:extLst>
          </p:cNvPr>
          <p:cNvSpPr>
            <a:spLocks noGrp="1" noChangeArrowheads="1"/>
          </p:cNvSpPr>
          <p:nvPr>
            <p:ph type="body" idx="1"/>
          </p:nvPr>
        </p:nvSpPr>
        <p:spPr>
          <a:xfrm>
            <a:off x="628650" y="1825625"/>
            <a:ext cx="8364348" cy="4351338"/>
          </a:xfrm>
        </p:spPr>
        <p:txBody>
          <a:bodyPr/>
          <a:lstStyle/>
          <a:p>
            <a:r>
              <a:rPr lang="en-US" altLang="en-US" dirty="0">
                <a:latin typeface="Arial" panose="020B0604020202020204" pitchFamily="34" charset="0"/>
                <a:cs typeface="Arial" panose="020B0604020202020204" pitchFamily="34" charset="0"/>
              </a:rPr>
              <a:t>Feedback kills people!</a:t>
            </a:r>
          </a:p>
          <a:p>
            <a:r>
              <a:rPr lang="en-US" altLang="en-US" dirty="0">
                <a:latin typeface="Arial" panose="020B0604020202020204" pitchFamily="34" charset="0"/>
                <a:cs typeface="Arial" panose="020B0604020202020204" pitchFamily="34" charset="0"/>
              </a:rPr>
              <a:t>Most PA systems are tuned so that the microphone can be middle of your chest</a:t>
            </a:r>
          </a:p>
          <a:p>
            <a:pPr lvl="1"/>
            <a:r>
              <a:rPr lang="en-US" altLang="en-US" dirty="0">
                <a:latin typeface="Arial" panose="020B0604020202020204" pitchFamily="34" charset="0"/>
                <a:cs typeface="Arial" panose="020B0604020202020204" pitchFamily="34" charset="0"/>
              </a:rPr>
              <a:t>Not 2mm from your mouth</a:t>
            </a:r>
          </a:p>
          <a:p>
            <a:r>
              <a:rPr lang="en-US" altLang="en-US" dirty="0">
                <a:latin typeface="Arial" panose="020B0604020202020204" pitchFamily="34" charset="0"/>
                <a:cs typeface="Arial" panose="020B0604020202020204" pitchFamily="34" charset="0"/>
              </a:rPr>
              <a:t>Modulate your voice </a:t>
            </a:r>
            <a:r>
              <a:rPr lang="en-US" altLang="en-US" u="sng" dirty="0">
                <a:latin typeface="Arial" panose="020B0604020202020204" pitchFamily="34" charset="0"/>
                <a:cs typeface="Arial" panose="020B0604020202020204" pitchFamily="34" charset="0"/>
              </a:rPr>
              <a:t>evenly</a:t>
            </a:r>
          </a:p>
          <a:p>
            <a:r>
              <a:rPr lang="en-US" altLang="en-US" dirty="0">
                <a:latin typeface="Arial" panose="020B0604020202020204" pitchFamily="34" charset="0"/>
                <a:cs typeface="Arial" panose="020B0604020202020204" pitchFamily="34" charset="0"/>
              </a:rPr>
              <a:t>Careful – turning head affects volume!</a:t>
            </a:r>
          </a:p>
          <a:p>
            <a:r>
              <a:rPr lang="en-US" altLang="en-US" dirty="0">
                <a:latin typeface="Arial" panose="020B0604020202020204" pitchFamily="34" charset="0"/>
                <a:cs typeface="Arial" panose="020B0604020202020204" pitchFamily="34" charset="0"/>
              </a:rPr>
              <a:t>If not using a mic – </a:t>
            </a:r>
            <a:r>
              <a:rPr lang="en-US" altLang="en-US" u="sng" dirty="0">
                <a:latin typeface="Arial" panose="020B0604020202020204" pitchFamily="34" charset="0"/>
                <a:cs typeface="Arial" panose="020B0604020202020204" pitchFamily="34" charset="0"/>
              </a:rPr>
              <a:t>project</a:t>
            </a:r>
            <a:r>
              <a:rPr lang="en-US" altLang="en-US" dirty="0">
                <a:latin typeface="Arial" panose="020B0604020202020204" pitchFamily="34" charset="0"/>
                <a:cs typeface="Arial" panose="020B0604020202020204" pitchFamily="34" charset="0"/>
              </a:rPr>
              <a:t> your voice!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C9B47668-18EA-49AC-9497-5A3C6F5D80F2}"/>
              </a:ext>
            </a:extLst>
          </p:cNvPr>
          <p:cNvSpPr>
            <a:spLocks noGrp="1" noChangeArrowheads="1"/>
          </p:cNvSpPr>
          <p:nvPr>
            <p:ph type="title"/>
          </p:nvPr>
        </p:nvSpPr>
        <p:spPr/>
        <p:txBody>
          <a:bodyPr/>
          <a:lstStyle/>
          <a:p>
            <a:r>
              <a:rPr lang="en-US" altLang="en-US" sz="3200" dirty="0">
                <a:solidFill>
                  <a:srgbClr val="0A20C6"/>
                </a:solidFill>
                <a:latin typeface="Arial" panose="020B0604020202020204" pitchFamily="34" charset="0"/>
                <a:cs typeface="Arial" panose="020B0604020202020204" pitchFamily="34" charset="0"/>
              </a:rPr>
              <a:t>Where</a:t>
            </a:r>
            <a:r>
              <a:rPr lang="en-US" altLang="en-US" dirty="0"/>
              <a:t> </a:t>
            </a:r>
            <a:r>
              <a:rPr lang="en-US" altLang="en-US" sz="3200" dirty="0">
                <a:solidFill>
                  <a:srgbClr val="0A20C6"/>
                </a:solidFill>
                <a:latin typeface="Arial" panose="020B0604020202020204" pitchFamily="34" charset="0"/>
                <a:cs typeface="Arial" panose="020B0604020202020204" pitchFamily="34" charset="0"/>
              </a:rPr>
              <a:t>are your hands?</a:t>
            </a:r>
          </a:p>
        </p:txBody>
      </p:sp>
      <p:sp>
        <p:nvSpPr>
          <p:cNvPr id="19459" name="Rectangle 3">
            <a:extLst>
              <a:ext uri="{FF2B5EF4-FFF2-40B4-BE49-F238E27FC236}">
                <a16:creationId xmlns:a16="http://schemas.microsoft.com/office/drawing/2014/main" id="{CDCE2A51-5796-4EF4-8A46-3FC917070F86}"/>
              </a:ext>
            </a:extLst>
          </p:cNvPr>
          <p:cNvSpPr>
            <a:spLocks noGrp="1" noChangeArrowheads="1"/>
          </p:cNvSpPr>
          <p:nvPr>
            <p:ph type="body" idx="1"/>
          </p:nvPr>
        </p:nvSpPr>
        <p:spPr>
          <a:xfrm>
            <a:off x="609600" y="1447800"/>
            <a:ext cx="7924800" cy="4953000"/>
          </a:xfrm>
        </p:spPr>
        <p:txBody>
          <a:bodyPr/>
          <a:lstStyle/>
          <a:p>
            <a:r>
              <a:rPr lang="en-US" altLang="en-US" dirty="0">
                <a:latin typeface="Arial" panose="020B0604020202020204" pitchFamily="34" charset="0"/>
                <a:cs typeface="Arial" panose="020B0604020202020204" pitchFamily="34" charset="0"/>
              </a:rPr>
              <a:t>You have a set of “moves”</a:t>
            </a:r>
            <a:br>
              <a:rPr lang="en-US" altLang="en-US"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that repeat during your talk</a:t>
            </a:r>
          </a:p>
          <a:p>
            <a:r>
              <a:rPr lang="en-US" altLang="en-US" dirty="0">
                <a:latin typeface="Arial" panose="020B0604020202020204" pitchFamily="34" charset="0"/>
                <a:cs typeface="Arial" panose="020B0604020202020204" pitchFamily="34" charset="0"/>
              </a:rPr>
              <a:t>Make sure they aren’t silly looking</a:t>
            </a:r>
          </a:p>
          <a:p>
            <a:pPr lvl="1"/>
            <a:r>
              <a:rPr lang="en-US" altLang="en-US" dirty="0">
                <a:latin typeface="Arial" panose="020B0604020202020204" pitchFamily="34" charset="0"/>
                <a:cs typeface="Arial" panose="020B0604020202020204" pitchFamily="34" charset="0"/>
              </a:rPr>
              <a:t>Don’t point with your middle finger</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Can videotape yourself speaking</a:t>
            </a:r>
          </a:p>
          <a:p>
            <a:r>
              <a:rPr lang="en-US" altLang="en-US" dirty="0">
                <a:latin typeface="Arial" panose="020B0604020202020204" pitchFamily="34" charset="0"/>
                <a:cs typeface="Arial" panose="020B0604020202020204" pitchFamily="34" charset="0"/>
              </a:rPr>
              <a:t>Do a practice for friends</a:t>
            </a:r>
          </a:p>
          <a:p>
            <a:pPr lvl="1"/>
            <a:r>
              <a:rPr lang="en-US" altLang="en-US" dirty="0">
                <a:latin typeface="Arial" panose="020B0604020202020204" pitchFamily="34" charset="0"/>
                <a:cs typeface="Arial" panose="020B0604020202020204" pitchFamily="34" charset="0"/>
              </a:rPr>
              <a:t>Make sure they’re not too nice</a:t>
            </a:r>
          </a:p>
          <a:p>
            <a:pPr lvl="1"/>
            <a:r>
              <a:rPr lang="en-US" altLang="en-US" dirty="0">
                <a:latin typeface="Arial" panose="020B0604020202020204" pitchFamily="34" charset="0"/>
                <a:cs typeface="Arial" panose="020B0604020202020204" pitchFamily="34" charset="0"/>
              </a:rPr>
              <a:t>You want real feedback!</a:t>
            </a:r>
          </a:p>
        </p:txBody>
      </p:sp>
      <p:pic>
        <p:nvPicPr>
          <p:cNvPr id="19460" name="Picture 4" descr="MCj02821340000[1]">
            <a:extLst>
              <a:ext uri="{FF2B5EF4-FFF2-40B4-BE49-F238E27FC236}">
                <a16:creationId xmlns:a16="http://schemas.microsoft.com/office/drawing/2014/main" id="{08684FB4-6CDE-43D2-BFDC-6B8EB03E73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1423988"/>
            <a:ext cx="2362200" cy="16240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C7C76BE-369D-445F-B1C1-F69A55D4C4AB}"/>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Look Ma, I have a L-A-S-E-R!</a:t>
            </a:r>
          </a:p>
        </p:txBody>
      </p:sp>
      <p:sp>
        <p:nvSpPr>
          <p:cNvPr id="15363" name="Rectangle 3">
            <a:extLst>
              <a:ext uri="{FF2B5EF4-FFF2-40B4-BE49-F238E27FC236}">
                <a16:creationId xmlns:a16="http://schemas.microsoft.com/office/drawing/2014/main" id="{DBFCE8CF-8D12-4FC4-8C6B-951544973F22}"/>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If necessary, get a laser pointer</a:t>
            </a:r>
          </a:p>
          <a:p>
            <a:pPr lvl="1"/>
            <a:r>
              <a:rPr lang="en-US" altLang="en-US" dirty="0">
                <a:latin typeface="Arial" panose="020B0604020202020204" pitchFamily="34" charset="0"/>
                <a:cs typeface="Arial" panose="020B0604020202020204" pitchFamily="34" charset="0"/>
              </a:rPr>
              <a:t>Will depend on your talk</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Get it a few weeks before your talk</a:t>
            </a:r>
          </a:p>
          <a:p>
            <a:pPr lvl="1"/>
            <a:r>
              <a:rPr lang="en-US" altLang="en-US" dirty="0">
                <a:latin typeface="Arial" panose="020B0604020202020204" pitchFamily="34" charset="0"/>
                <a:cs typeface="Arial" panose="020B0604020202020204" pitchFamily="34" charset="0"/>
              </a:rPr>
              <a:t>Play with it.  Circle things.  Make shapes.</a:t>
            </a:r>
          </a:p>
          <a:p>
            <a:pPr lvl="1"/>
            <a:r>
              <a:rPr lang="en-US" altLang="en-US" dirty="0">
                <a:latin typeface="Arial" panose="020B0604020202020204" pitchFamily="34" charset="0"/>
                <a:cs typeface="Arial" panose="020B0604020202020204" pitchFamily="34" charset="0"/>
              </a:rPr>
              <a:t>Be comfortable</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Get a second one for backup, or make sure session chair/host has 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944B4E8-A269-4B89-B0BF-9308429FC8B4}"/>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Common Laser Pointer Moves</a:t>
            </a:r>
          </a:p>
        </p:txBody>
      </p:sp>
      <p:sp>
        <p:nvSpPr>
          <p:cNvPr id="16387" name="Rectangle 3">
            <a:extLst>
              <a:ext uri="{FF2B5EF4-FFF2-40B4-BE49-F238E27FC236}">
                <a16:creationId xmlns:a16="http://schemas.microsoft.com/office/drawing/2014/main" id="{16008115-66FA-4269-A7A0-7D7917616397}"/>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The circle</a:t>
            </a:r>
          </a:p>
          <a:p>
            <a:r>
              <a:rPr lang="en-US" altLang="en-US" dirty="0">
                <a:latin typeface="Arial" panose="020B0604020202020204" pitchFamily="34" charset="0"/>
                <a:cs typeface="Arial" panose="020B0604020202020204" pitchFamily="34" charset="0"/>
              </a:rPr>
              <a:t>The underline</a:t>
            </a:r>
          </a:p>
          <a:p>
            <a:r>
              <a:rPr lang="en-US" altLang="en-US" dirty="0">
                <a:latin typeface="Arial" panose="020B0604020202020204" pitchFamily="34" charset="0"/>
                <a:cs typeface="Arial" panose="020B0604020202020204" pitchFamily="34" charset="0"/>
              </a:rPr>
              <a:t>The back-handed flick</a:t>
            </a:r>
          </a:p>
          <a:p>
            <a:r>
              <a:rPr lang="en-US" altLang="en-US" dirty="0">
                <a:latin typeface="Arial" panose="020B0604020202020204" pitchFamily="34" charset="0"/>
                <a:cs typeface="Arial" panose="020B0604020202020204" pitchFamily="34" charset="0"/>
              </a:rPr>
              <a:t>The epileptic-seizure inducer</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DO NOT POINT AT EVERYTHING</a:t>
            </a:r>
          </a:p>
          <a:p>
            <a:pPr lvl="1"/>
            <a:r>
              <a:rPr lang="en-US" altLang="en-US" dirty="0">
                <a:latin typeface="Arial" panose="020B0604020202020204" pitchFamily="34" charset="0"/>
                <a:cs typeface="Arial" panose="020B0604020202020204" pitchFamily="34" charset="0"/>
              </a:rPr>
              <a:t>Not everything is equally important</a:t>
            </a:r>
          </a:p>
          <a:p>
            <a:pPr lvl="1"/>
            <a:r>
              <a:rPr lang="en-US" altLang="en-US" dirty="0">
                <a:latin typeface="Arial" panose="020B0604020202020204" pitchFamily="34" charset="0"/>
                <a:cs typeface="Arial" panose="020B0604020202020204" pitchFamily="34" charset="0"/>
              </a:rPr>
              <a:t>Your voice can provide emphasis too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1AFC0FE-7B19-4478-A2EC-BAE02458B8E2}"/>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Right Here.  See?</a:t>
            </a:r>
          </a:p>
        </p:txBody>
      </p:sp>
      <p:sp>
        <p:nvSpPr>
          <p:cNvPr id="12291" name="Rectangle 3">
            <a:extLst>
              <a:ext uri="{FF2B5EF4-FFF2-40B4-BE49-F238E27FC236}">
                <a16:creationId xmlns:a16="http://schemas.microsoft.com/office/drawing/2014/main" id="{ADA028D4-9A75-4232-B10A-7607E5B34F5B}"/>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Don’t point at your laptop screen</a:t>
            </a:r>
          </a:p>
          <a:p>
            <a:pPr lvl="1"/>
            <a:r>
              <a:rPr lang="en-US" altLang="en-US" dirty="0">
                <a:latin typeface="Arial" panose="020B0604020202020204" pitchFamily="34" charset="0"/>
                <a:cs typeface="Arial" panose="020B0604020202020204" pitchFamily="34" charset="0"/>
              </a:rPr>
              <a:t>They can’t see it</a:t>
            </a:r>
          </a:p>
        </p:txBody>
      </p:sp>
      <p:pic>
        <p:nvPicPr>
          <p:cNvPr id="12292" name="Picture 4" descr="MCj02817180000[1]">
            <a:extLst>
              <a:ext uri="{FF2B5EF4-FFF2-40B4-BE49-F238E27FC236}">
                <a16:creationId xmlns:a16="http://schemas.microsoft.com/office/drawing/2014/main" id="{86CEC97E-BB20-42B5-863D-3F21C4C3E6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8054549">
            <a:off x="7322343" y="1516857"/>
            <a:ext cx="836613" cy="1765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C69C4C9-6D3A-475F-B119-10B0AB3FE587}"/>
              </a:ext>
            </a:extLst>
          </p:cNvPr>
          <p:cNvSpPr>
            <a:spLocks noGrp="1" noChangeArrowheads="1"/>
          </p:cNvSpPr>
          <p:nvPr>
            <p:ph type="title"/>
          </p:nvPr>
        </p:nvSpPr>
        <p:spPr/>
        <p:txBody>
          <a:bodyPr/>
          <a:lstStyle/>
          <a:p>
            <a:r>
              <a:rPr lang="en-US" altLang="en-US" sz="3200" dirty="0" err="1">
                <a:solidFill>
                  <a:srgbClr val="0A20C6"/>
                </a:solidFill>
                <a:latin typeface="Arial" panose="020B0604020202020204" pitchFamily="34" charset="0"/>
                <a:cs typeface="Arial" panose="020B0604020202020204" pitchFamily="34" charset="0"/>
              </a:rPr>
              <a:t>Ummmm</a:t>
            </a:r>
            <a:r>
              <a:rPr lang="en-US" altLang="en-US" dirty="0"/>
              <a:t>… </a:t>
            </a:r>
            <a:r>
              <a:rPr lang="en-US" altLang="en-US" sz="3200" dirty="0">
                <a:solidFill>
                  <a:srgbClr val="0A20C6"/>
                </a:solidFill>
                <a:latin typeface="Arial" panose="020B0604020202020204" pitchFamily="34" charset="0"/>
                <a:cs typeface="Arial" panose="020B0604020202020204" pitchFamily="34" charset="0"/>
              </a:rPr>
              <a:t>The</a:t>
            </a:r>
            <a:r>
              <a:rPr lang="en-US" altLang="en-US" dirty="0"/>
              <a:t>… </a:t>
            </a:r>
            <a:r>
              <a:rPr lang="en-US" altLang="en-US" sz="3200" dirty="0">
                <a:solidFill>
                  <a:srgbClr val="0A20C6"/>
                </a:solidFill>
                <a:latin typeface="Arial" panose="020B0604020202020204" pitchFamily="34" charset="0"/>
                <a:cs typeface="Arial" panose="020B0604020202020204" pitchFamily="34" charset="0"/>
              </a:rPr>
              <a:t>Uh</a:t>
            </a:r>
            <a:r>
              <a:rPr lang="en-US" altLang="en-US" dirty="0"/>
              <a:t>… </a:t>
            </a:r>
            <a:r>
              <a:rPr lang="en-US" altLang="en-US" sz="3200" dirty="0">
                <a:solidFill>
                  <a:srgbClr val="0A20C6"/>
                </a:solidFill>
                <a:latin typeface="Arial" panose="020B0604020202020204" pitchFamily="34" charset="0"/>
                <a:cs typeface="Arial" panose="020B0604020202020204" pitchFamily="34" charset="0"/>
              </a:rPr>
              <a:t>Yeah</a:t>
            </a:r>
            <a:r>
              <a:rPr lang="en-US" altLang="en-US" dirty="0"/>
              <a:t>.</a:t>
            </a:r>
          </a:p>
        </p:txBody>
      </p:sp>
      <p:sp>
        <p:nvSpPr>
          <p:cNvPr id="17411" name="Rectangle 3">
            <a:extLst>
              <a:ext uri="{FF2B5EF4-FFF2-40B4-BE49-F238E27FC236}">
                <a16:creationId xmlns:a16="http://schemas.microsoft.com/office/drawing/2014/main" id="{4407506A-207E-463A-8CA5-7CF1FFAFCD18}"/>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Practice makes perfect</a:t>
            </a:r>
          </a:p>
          <a:p>
            <a:pPr lvl="1"/>
            <a:r>
              <a:rPr lang="en-US" altLang="en-US" dirty="0">
                <a:latin typeface="Arial" panose="020B0604020202020204" pitchFamily="34" charset="0"/>
                <a:cs typeface="Arial" panose="020B0604020202020204" pitchFamily="34" charset="0"/>
              </a:rPr>
              <a:t>Caveat: OVER practicing can be bad…</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Do not read your slides like a script</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Most people lose 20 IQ points in front of an audience</a:t>
            </a:r>
          </a:p>
        </p:txBody>
      </p:sp>
      <p:pic>
        <p:nvPicPr>
          <p:cNvPr id="17412" name="Picture 4" descr="MMj03033640000[1]">
            <a:extLst>
              <a:ext uri="{FF2B5EF4-FFF2-40B4-BE49-F238E27FC236}">
                <a16:creationId xmlns:a16="http://schemas.microsoft.com/office/drawing/2014/main" id="{A81B62EF-D0CC-4C51-9218-1DF7D658210F}"/>
              </a:ext>
            </a:extLst>
          </p:cNvPr>
          <p:cNvPicPr>
            <a:picLocks noGrp="1" noChangeAspect="1" noChangeArrowheads="1" noCrop="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3543300" y="4812980"/>
            <a:ext cx="2057400" cy="19653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F3C1901F-6B65-4858-BB6C-8092896C18A8}"/>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Part III: Slide Design</a:t>
            </a:r>
          </a:p>
        </p:txBody>
      </p:sp>
      <p:sp>
        <p:nvSpPr>
          <p:cNvPr id="84995" name="Rectangle 3">
            <a:extLst>
              <a:ext uri="{FF2B5EF4-FFF2-40B4-BE49-F238E27FC236}">
                <a16:creationId xmlns:a16="http://schemas.microsoft.com/office/drawing/2014/main" id="{7749D36B-A688-43A5-935C-915258C5C084}"/>
              </a:ext>
            </a:extLst>
          </p:cNvPr>
          <p:cNvSpPr>
            <a:spLocks noGrp="1" noChangeArrowheads="1"/>
          </p:cNvSpPr>
          <p:nvPr>
            <p:ph idx="1"/>
          </p:nvPr>
        </p:nvSpPr>
        <p:spPr/>
        <p:txBody>
          <a:bodyPr/>
          <a:lstStyle/>
          <a:p>
            <a:r>
              <a:rPr lang="en-US" altLang="en-US" dirty="0">
                <a:latin typeface="Arial" panose="020B0604020202020204" pitchFamily="34" charset="0"/>
                <a:cs typeface="Arial" panose="020B0604020202020204" pitchFamily="34" charset="0"/>
              </a:rPr>
              <a:t>Goals:</a:t>
            </a:r>
          </a:p>
          <a:p>
            <a:pPr lvl="1"/>
            <a:r>
              <a:rPr lang="en-US" altLang="en-US" dirty="0">
                <a:latin typeface="Arial" panose="020B0604020202020204" pitchFamily="34" charset="0"/>
                <a:cs typeface="Arial" panose="020B0604020202020204" pitchFamily="34" charset="0"/>
              </a:rPr>
              <a:t>Convey the necessary information</a:t>
            </a:r>
          </a:p>
          <a:p>
            <a:pPr lvl="1"/>
            <a:r>
              <a:rPr lang="en-US" altLang="en-US" dirty="0">
                <a:latin typeface="Arial" panose="020B0604020202020204" pitchFamily="34" charset="0"/>
                <a:cs typeface="Arial" panose="020B0604020202020204" pitchFamily="34" charset="0"/>
              </a:rPr>
              <a:t>Be readable/understandable</a:t>
            </a:r>
          </a:p>
          <a:p>
            <a:pPr lvl="1"/>
            <a:r>
              <a:rPr lang="en-US" altLang="en-US" dirty="0">
                <a:latin typeface="Arial" panose="020B0604020202020204" pitchFamily="34" charset="0"/>
                <a:cs typeface="Arial" panose="020B0604020202020204" pitchFamily="34" charset="0"/>
              </a:rPr>
              <a:t>Be interesting (enough)</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Avoid:</a:t>
            </a:r>
          </a:p>
          <a:p>
            <a:pPr lvl="1"/>
            <a:r>
              <a:rPr lang="en-US" altLang="en-US" dirty="0">
                <a:latin typeface="Arial" panose="020B0604020202020204" pitchFamily="34" charset="0"/>
                <a:cs typeface="Arial" panose="020B0604020202020204" pitchFamily="34" charset="0"/>
              </a:rPr>
              <a:t>Over stimulation</a:t>
            </a:r>
          </a:p>
          <a:p>
            <a:pPr lvl="1"/>
            <a:r>
              <a:rPr lang="en-US" altLang="en-US" dirty="0" err="1">
                <a:latin typeface="Arial" panose="020B0604020202020204" pitchFamily="34" charset="0"/>
                <a:cs typeface="Arial" panose="020B0604020202020204" pitchFamily="34" charset="0"/>
              </a:rPr>
              <a:t>Booooring</a:t>
            </a:r>
            <a:endParaRPr lang="en-US" altLang="en-US" dirty="0">
              <a:latin typeface="Arial" panose="020B0604020202020204" pitchFamily="34" charset="0"/>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BA69674-6D79-4D1E-B54B-20F05362A9BA}"/>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Title Slide</a:t>
            </a:r>
          </a:p>
        </p:txBody>
      </p:sp>
      <p:pic>
        <p:nvPicPr>
          <p:cNvPr id="6" name="Picture 5" descr="slides_talk.pdf - Adobe Acrobat Reader DC">
            <a:extLst>
              <a:ext uri="{FF2B5EF4-FFF2-40B4-BE49-F238E27FC236}">
                <a16:creationId xmlns:a16="http://schemas.microsoft.com/office/drawing/2014/main" id="{95B9A68F-B051-431B-9347-F1CCC8893FF8}"/>
              </a:ext>
            </a:extLst>
          </p:cNvPr>
          <p:cNvPicPr>
            <a:picLocks noChangeAspect="1"/>
          </p:cNvPicPr>
          <p:nvPr/>
        </p:nvPicPr>
        <p:blipFill rotWithShape="1">
          <a:blip r:embed="rId2">
            <a:extLst>
              <a:ext uri="{28A0092B-C50C-407E-A947-70E740481C1C}">
                <a14:useLocalDpi xmlns:a14="http://schemas.microsoft.com/office/drawing/2010/main" val="0"/>
              </a:ext>
            </a:extLst>
          </a:blip>
          <a:srcRect l="13750" t="16112" r="26422"/>
          <a:stretch/>
        </p:blipFill>
        <p:spPr>
          <a:xfrm>
            <a:off x="1257298" y="1753299"/>
            <a:ext cx="5470673" cy="4148072"/>
          </a:xfrm>
          <a:prstGeom prst="rect">
            <a:avLst/>
          </a:prstGeom>
        </p:spPr>
      </p:pic>
    </p:spTree>
    <p:extLst>
      <p:ext uri="{BB962C8B-B14F-4D97-AF65-F5344CB8AC3E}">
        <p14:creationId xmlns:p14="http://schemas.microsoft.com/office/powerpoint/2010/main" val="1524252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BA69674-6D79-4D1E-B54B-20F05362A9BA}"/>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Title Slide</a:t>
            </a:r>
          </a:p>
        </p:txBody>
      </p:sp>
      <p:pic>
        <p:nvPicPr>
          <p:cNvPr id="3" name="Picture 2" descr="slides_talk.pdf - Adobe Acrobat Reader DC">
            <a:extLst>
              <a:ext uri="{FF2B5EF4-FFF2-40B4-BE49-F238E27FC236}">
                <a16:creationId xmlns:a16="http://schemas.microsoft.com/office/drawing/2014/main" id="{39054682-4EA7-4775-887D-592EFE20C9A0}"/>
              </a:ext>
            </a:extLst>
          </p:cNvPr>
          <p:cNvPicPr>
            <a:picLocks noChangeAspect="1"/>
          </p:cNvPicPr>
          <p:nvPr/>
        </p:nvPicPr>
        <p:blipFill rotWithShape="1">
          <a:blip r:embed="rId2">
            <a:extLst>
              <a:ext uri="{28A0092B-C50C-407E-A947-70E740481C1C}">
                <a14:useLocalDpi xmlns:a14="http://schemas.microsoft.com/office/drawing/2010/main" val="0"/>
              </a:ext>
            </a:extLst>
          </a:blip>
          <a:srcRect l="13578" t="15942" r="26422"/>
          <a:stretch/>
        </p:blipFill>
        <p:spPr>
          <a:xfrm>
            <a:off x="1241571" y="1744910"/>
            <a:ext cx="5486400" cy="4156461"/>
          </a:xfrm>
          <a:prstGeom prst="rect">
            <a:avLst/>
          </a:prstGeom>
        </p:spPr>
      </p:pic>
    </p:spTree>
    <p:extLst>
      <p:ext uri="{BB962C8B-B14F-4D97-AF65-F5344CB8AC3E}">
        <p14:creationId xmlns:p14="http://schemas.microsoft.com/office/powerpoint/2010/main" val="2581069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BA69674-6D79-4D1E-B54B-20F05362A9BA}"/>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Outline</a:t>
            </a:r>
          </a:p>
        </p:txBody>
      </p:sp>
      <p:sp>
        <p:nvSpPr>
          <p:cNvPr id="1027" name="Rectangle 3">
            <a:extLst>
              <a:ext uri="{FF2B5EF4-FFF2-40B4-BE49-F238E27FC236}">
                <a16:creationId xmlns:a16="http://schemas.microsoft.com/office/drawing/2014/main" id="{55303B83-6A42-4923-A410-6A17E41770B5}"/>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Title Slide</a:t>
            </a:r>
          </a:p>
          <a:p>
            <a:r>
              <a:rPr lang="en-US" altLang="en-US" dirty="0">
                <a:latin typeface="Arial" panose="020B0604020202020204" pitchFamily="34" charset="0"/>
                <a:cs typeface="Arial" panose="020B0604020202020204" pitchFamily="34" charset="0"/>
              </a:rPr>
              <a:t>Introduction</a:t>
            </a:r>
          </a:p>
          <a:p>
            <a:r>
              <a:rPr lang="en-US" altLang="en-US" dirty="0">
                <a:latin typeface="Arial" panose="020B0604020202020204" pitchFamily="34" charset="0"/>
                <a:cs typeface="Arial" panose="020B0604020202020204" pitchFamily="34" charset="0"/>
              </a:rPr>
              <a:t>Outline</a:t>
            </a:r>
          </a:p>
          <a:p>
            <a:r>
              <a:rPr lang="en-US" altLang="en-US" dirty="0">
                <a:latin typeface="Arial" panose="020B0604020202020204" pitchFamily="34" charset="0"/>
                <a:cs typeface="Arial" panose="020B0604020202020204" pitchFamily="34" charset="0"/>
              </a:rPr>
              <a:t>My Work</a:t>
            </a:r>
          </a:p>
          <a:p>
            <a:r>
              <a:rPr lang="en-US" altLang="en-US" dirty="0">
                <a:latin typeface="Arial" panose="020B0604020202020204" pitchFamily="34" charset="0"/>
                <a:cs typeface="Arial" panose="020B0604020202020204" pitchFamily="34" charset="0"/>
              </a:rPr>
              <a:t>Results</a:t>
            </a:r>
          </a:p>
          <a:p>
            <a:r>
              <a:rPr lang="en-US" altLang="en-US" dirty="0">
                <a:latin typeface="Arial" panose="020B0604020202020204" pitchFamily="34" charset="0"/>
                <a:cs typeface="Arial" panose="020B0604020202020204" pitchFamily="34" charset="0"/>
              </a:rPr>
              <a:t>Conclusions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BA69674-6D79-4D1E-B54B-20F05362A9BA}"/>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Outline</a:t>
            </a:r>
          </a:p>
        </p:txBody>
      </p:sp>
      <p:pic>
        <p:nvPicPr>
          <p:cNvPr id="6" name="Picture 5" descr="slides_talk.pdf - Adobe Acrobat Reader DC">
            <a:extLst>
              <a:ext uri="{FF2B5EF4-FFF2-40B4-BE49-F238E27FC236}">
                <a16:creationId xmlns:a16="http://schemas.microsoft.com/office/drawing/2014/main" id="{386D1E90-E00E-4381-84C9-EFEE03714EA6}"/>
              </a:ext>
            </a:extLst>
          </p:cNvPr>
          <p:cNvPicPr>
            <a:picLocks noChangeAspect="1"/>
          </p:cNvPicPr>
          <p:nvPr/>
        </p:nvPicPr>
        <p:blipFill rotWithShape="1">
          <a:blip r:embed="rId2">
            <a:extLst>
              <a:ext uri="{28A0092B-C50C-407E-A947-70E740481C1C}">
                <a14:useLocalDpi xmlns:a14="http://schemas.microsoft.com/office/drawing/2010/main" val="0"/>
              </a:ext>
            </a:extLst>
          </a:blip>
          <a:srcRect l="13394" t="15942" r="26514"/>
          <a:stretch/>
        </p:blipFill>
        <p:spPr>
          <a:xfrm>
            <a:off x="1224792" y="1744910"/>
            <a:ext cx="5494789" cy="4156461"/>
          </a:xfrm>
          <a:prstGeom prst="rect">
            <a:avLst/>
          </a:prstGeom>
        </p:spPr>
      </p:pic>
    </p:spTree>
    <p:extLst>
      <p:ext uri="{BB962C8B-B14F-4D97-AF65-F5344CB8AC3E}">
        <p14:creationId xmlns:p14="http://schemas.microsoft.com/office/powerpoint/2010/main" val="151623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3DE7C20-D908-4BFB-A1D6-E1209D29AAAA}"/>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Outline Slides</a:t>
            </a:r>
          </a:p>
        </p:txBody>
      </p:sp>
      <p:sp>
        <p:nvSpPr>
          <p:cNvPr id="65539" name="Rectangle 3">
            <a:extLst>
              <a:ext uri="{FF2B5EF4-FFF2-40B4-BE49-F238E27FC236}">
                <a16:creationId xmlns:a16="http://schemas.microsoft.com/office/drawing/2014/main" id="{C4D77BD8-8EA1-46F1-9BFE-C894092B9371}"/>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Previous slide didn’t “help” audience</a:t>
            </a:r>
          </a:p>
          <a:p>
            <a:r>
              <a:rPr lang="en-US" altLang="en-US" dirty="0">
                <a:latin typeface="Arial" panose="020B0604020202020204" pitchFamily="34" charset="0"/>
                <a:cs typeface="Arial" panose="020B0604020202020204" pitchFamily="34" charset="0"/>
              </a:rPr>
              <a:t>If use outline slide, make it USEFUL</a:t>
            </a:r>
          </a:p>
          <a:p>
            <a:pPr lvl="1"/>
            <a:r>
              <a:rPr lang="en-US" altLang="en-US" dirty="0">
                <a:latin typeface="Arial" panose="020B0604020202020204" pitchFamily="34" charset="0"/>
                <a:cs typeface="Arial" panose="020B0604020202020204" pitchFamily="34" charset="0"/>
              </a:rPr>
              <a:t>Everyone (hopefully) introduces their topic</a:t>
            </a:r>
          </a:p>
          <a:p>
            <a:pPr lvl="1"/>
            <a:r>
              <a:rPr lang="en-US" altLang="en-US" dirty="0">
                <a:latin typeface="Arial" panose="020B0604020202020204" pitchFamily="34" charset="0"/>
                <a:cs typeface="Arial" panose="020B0604020202020204" pitchFamily="34" charset="0"/>
              </a:rPr>
              <a:t>Everyone explains their work, gives results</a:t>
            </a:r>
          </a:p>
          <a:p>
            <a:pPr lvl="1"/>
            <a:r>
              <a:rPr lang="en-US" altLang="en-US" dirty="0">
                <a:latin typeface="Arial" panose="020B0604020202020204" pitchFamily="34" charset="0"/>
                <a:cs typeface="Arial" panose="020B0604020202020204" pitchFamily="34" charset="0"/>
              </a:rPr>
              <a:t>What is specific to YOUR talk?</a:t>
            </a:r>
          </a:p>
          <a:p>
            <a:r>
              <a:rPr lang="en-US" altLang="en-US" dirty="0">
                <a:latin typeface="Arial" panose="020B0604020202020204" pitchFamily="34" charset="0"/>
                <a:cs typeface="Arial" panose="020B0604020202020204" pitchFamily="34" charset="0"/>
              </a:rPr>
              <a:t>Talk length correlates to outline need</a:t>
            </a:r>
          </a:p>
          <a:p>
            <a:pPr lvl="1"/>
            <a:r>
              <a:rPr lang="en-US" altLang="en-US" dirty="0">
                <a:latin typeface="Arial" panose="020B0604020202020204" pitchFamily="34" charset="0"/>
                <a:cs typeface="Arial" panose="020B0604020202020204" pitchFamily="34" charset="0"/>
              </a:rPr>
              <a:t>Talk is 45 minutes, maybe!</a:t>
            </a:r>
          </a:p>
          <a:p>
            <a:pPr lvl="1"/>
            <a:r>
              <a:rPr lang="en-US" altLang="en-US" dirty="0">
                <a:latin typeface="Arial" panose="020B0604020202020204" pitchFamily="34" charset="0"/>
                <a:cs typeface="Arial" panose="020B0604020202020204" pitchFamily="34" charset="0"/>
              </a:rPr>
              <a:t>Talk is 5 minutes… probably not.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F297B2F8-5976-412B-9558-2CE7E96B7FA7}"/>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README.TXT</a:t>
            </a:r>
          </a:p>
        </p:txBody>
      </p:sp>
      <p:sp>
        <p:nvSpPr>
          <p:cNvPr id="10243" name="Rectangle 3">
            <a:extLst>
              <a:ext uri="{FF2B5EF4-FFF2-40B4-BE49-F238E27FC236}">
                <a16:creationId xmlns:a16="http://schemas.microsoft.com/office/drawing/2014/main" id="{38B84493-6919-42B4-B06A-400B22DC533C}"/>
              </a:ext>
            </a:extLst>
          </p:cNvPr>
          <p:cNvSpPr>
            <a:spLocks noGrp="1" noChangeArrowheads="1"/>
          </p:cNvSpPr>
          <p:nvPr>
            <p:ph type="body" idx="1"/>
          </p:nvPr>
        </p:nvSpPr>
        <p:spPr>
          <a:xfrm>
            <a:off x="628650" y="1132514"/>
            <a:ext cx="7886700" cy="5044449"/>
          </a:xfrm>
        </p:spPr>
        <p:txBody>
          <a:bodyPr>
            <a:normAutofit fontScale="77500" lnSpcReduction="20000"/>
          </a:bodyPr>
          <a:lstStyle/>
          <a:p>
            <a:pPr>
              <a:lnSpc>
                <a:spcPct val="120000"/>
              </a:lnSpc>
            </a:pPr>
            <a:r>
              <a:rPr lang="en-US" altLang="en-US" sz="1600" dirty="0">
                <a:latin typeface="Arial" panose="020B0604020202020204" pitchFamily="34" charset="0"/>
                <a:cs typeface="Arial" panose="020B0604020202020204" pitchFamily="34" charset="0"/>
              </a:rPr>
              <a:t>Do not attempt to put all the text, code, or explanation of what you are talking about directly onto the slide, especially if it consists of full, long sentences.  Or paragraphs.  There’s no place for paragraphs on slides.  If you have complete sentences, you can probably take something out.</a:t>
            </a:r>
          </a:p>
          <a:p>
            <a:pPr>
              <a:lnSpc>
                <a:spcPct val="120000"/>
              </a:lnSpc>
            </a:pPr>
            <a:r>
              <a:rPr lang="en-US" altLang="en-US" sz="1600" dirty="0">
                <a:latin typeface="Arial" panose="020B0604020202020204" pitchFamily="34" charset="0"/>
                <a:cs typeface="Arial" panose="020B0604020202020204" pitchFamily="34" charset="0"/>
              </a:rPr>
              <a:t>If you do that, you will have too much stuff to read on the slide, which isn’t always a good thing.</a:t>
            </a:r>
          </a:p>
          <a:p>
            <a:pPr>
              <a:lnSpc>
                <a:spcPct val="120000"/>
              </a:lnSpc>
            </a:pPr>
            <a:r>
              <a:rPr lang="en-US" altLang="en-US" sz="1600" dirty="0">
                <a:latin typeface="Arial" panose="020B0604020202020204" pitchFamily="34" charset="0"/>
                <a:cs typeface="Arial" panose="020B0604020202020204" pitchFamily="34" charset="0"/>
              </a:rPr>
              <a:t>Like the previous slide, people do not really read all the stuff on the slides.</a:t>
            </a:r>
          </a:p>
          <a:p>
            <a:pPr lvl="1">
              <a:lnSpc>
                <a:spcPct val="120000"/>
              </a:lnSpc>
            </a:pPr>
            <a:r>
              <a:rPr lang="en-US" altLang="en-US" sz="1400" dirty="0">
                <a:latin typeface="Arial" panose="020B0604020202020204" pitchFamily="34" charset="0"/>
                <a:cs typeface="Arial" panose="020B0604020202020204" pitchFamily="34" charset="0"/>
              </a:rPr>
              <a:t>That’s why it’s called a “presentation” and not “a reading” of your work</a:t>
            </a:r>
          </a:p>
          <a:p>
            <a:pPr>
              <a:lnSpc>
                <a:spcPct val="120000"/>
              </a:lnSpc>
            </a:pPr>
            <a:r>
              <a:rPr lang="en-US" altLang="en-US" sz="1600" dirty="0">
                <a:latin typeface="Arial" panose="020B0604020202020204" pitchFamily="34" charset="0"/>
                <a:cs typeface="Arial" panose="020B0604020202020204" pitchFamily="34" charset="0"/>
              </a:rPr>
              <a:t>Practice makes perfect, which is what gets you away from having to have all of you “notes” in textual form on the screen in front of you.</a:t>
            </a:r>
          </a:p>
          <a:p>
            <a:pPr>
              <a:lnSpc>
                <a:spcPct val="120000"/>
              </a:lnSpc>
            </a:pPr>
            <a:r>
              <a:rPr lang="en-US" altLang="en-US" sz="1600" dirty="0">
                <a:latin typeface="Arial" panose="020B0604020202020204" pitchFamily="34" charset="0"/>
                <a:cs typeface="Arial" panose="020B0604020202020204" pitchFamily="34" charset="0"/>
              </a:rPr>
              <a:t>Utilize the Notes function of PowerPoint, have them printed out for your reference.</a:t>
            </a:r>
          </a:p>
          <a:p>
            <a:pPr lvl="1">
              <a:lnSpc>
                <a:spcPct val="120000"/>
              </a:lnSpc>
            </a:pPr>
            <a:r>
              <a:rPr lang="en-US" altLang="en-US" sz="1400" dirty="0">
                <a:latin typeface="Arial" panose="020B0604020202020204" pitchFamily="34" charset="0"/>
                <a:cs typeface="Arial" panose="020B0604020202020204" pitchFamily="34" charset="0"/>
              </a:rPr>
              <a:t>The audience doesn’t need to hear the exact same thing that you are reading to them.</a:t>
            </a:r>
          </a:p>
          <a:p>
            <a:pPr lvl="1">
              <a:lnSpc>
                <a:spcPct val="120000"/>
              </a:lnSpc>
            </a:pPr>
            <a:r>
              <a:rPr lang="en-US" altLang="en-US" sz="1400" dirty="0">
                <a:latin typeface="Arial" panose="020B0604020202020204" pitchFamily="34" charset="0"/>
                <a:cs typeface="Arial" panose="020B0604020202020204" pitchFamily="34" charset="0"/>
              </a:rPr>
              <a:t>The bullet points are simply talking points and should attempt to summarize the big ideas that you are trying to convey</a:t>
            </a:r>
          </a:p>
          <a:p>
            <a:pPr>
              <a:lnSpc>
                <a:spcPct val="120000"/>
              </a:lnSpc>
            </a:pPr>
            <a:r>
              <a:rPr lang="en-US" altLang="en-US" sz="1600" dirty="0">
                <a:latin typeface="Arial" panose="020B0604020202020204" pitchFamily="34" charset="0"/>
                <a:cs typeface="Arial" panose="020B0604020202020204" pitchFamily="34" charset="0"/>
              </a:rPr>
              <a:t>If you’ve reached anything less than 18 point font, for God’s sake, please:</a:t>
            </a:r>
          </a:p>
          <a:p>
            <a:pPr lvl="1">
              <a:lnSpc>
                <a:spcPct val="120000"/>
              </a:lnSpc>
            </a:pPr>
            <a:r>
              <a:rPr lang="en-US" altLang="en-US" sz="1400" dirty="0">
                <a:latin typeface="Arial" panose="020B0604020202020204" pitchFamily="34" charset="0"/>
                <a:cs typeface="Arial" panose="020B0604020202020204" pitchFamily="34" charset="0"/>
              </a:rPr>
              <a:t>Remove some of the text</a:t>
            </a:r>
          </a:p>
          <a:p>
            <a:pPr lvl="1">
              <a:lnSpc>
                <a:spcPct val="120000"/>
              </a:lnSpc>
            </a:pPr>
            <a:r>
              <a:rPr lang="en-US" altLang="en-US" sz="1400" dirty="0">
                <a:latin typeface="Arial" panose="020B0604020202020204" pitchFamily="34" charset="0"/>
                <a:cs typeface="Arial" panose="020B0604020202020204" pitchFamily="34" charset="0"/>
              </a:rPr>
              <a:t>Split up the text and put it on separate slides</a:t>
            </a:r>
          </a:p>
          <a:p>
            <a:pPr lvl="1">
              <a:lnSpc>
                <a:spcPct val="120000"/>
              </a:lnSpc>
            </a:pPr>
            <a:r>
              <a:rPr lang="en-US" altLang="en-US" sz="1400" dirty="0">
                <a:latin typeface="Arial" panose="020B0604020202020204" pitchFamily="34" charset="0"/>
                <a:cs typeface="Arial" panose="020B0604020202020204" pitchFamily="34" charset="0"/>
              </a:rPr>
              <a:t>Perhaps you are trying to do much in this one slide?</a:t>
            </a:r>
          </a:p>
          <a:p>
            <a:pPr>
              <a:lnSpc>
                <a:spcPct val="120000"/>
              </a:lnSpc>
            </a:pPr>
            <a:r>
              <a:rPr lang="en-US" altLang="en-US" sz="1600" dirty="0">
                <a:latin typeface="Arial" panose="020B0604020202020204" pitchFamily="34" charset="0"/>
                <a:cs typeface="Arial" panose="020B0604020202020204" pitchFamily="34" charset="0"/>
              </a:rPr>
              <a:t>Reading a slide is annoying.</a:t>
            </a:r>
          </a:p>
          <a:p>
            <a:pPr>
              <a:lnSpc>
                <a:spcPct val="120000"/>
              </a:lnSpc>
            </a:pPr>
            <a:r>
              <a:rPr lang="en-US" altLang="en-US" sz="1600" dirty="0">
                <a:latin typeface="Arial" panose="020B0604020202020204" pitchFamily="34" charset="0"/>
                <a:cs typeface="Arial" panose="020B0604020202020204" pitchFamily="34" charset="0"/>
              </a:rPr>
              <a:t>You should not simply be a text-to-speech converter.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37FA087-C602-4229-A0CC-D83CFDC6CF3D}"/>
              </a:ext>
            </a:extLst>
          </p:cNvPr>
          <p:cNvSpPr>
            <a:spLocks noGrp="1" noChangeArrowheads="1"/>
          </p:cNvSpPr>
          <p:nvPr>
            <p:ph type="title"/>
          </p:nvPr>
        </p:nvSpPr>
        <p:spPr>
          <a:xfrm>
            <a:off x="0" y="631"/>
            <a:ext cx="7886700" cy="888717"/>
          </a:xfrm>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Content</a:t>
            </a:r>
          </a:p>
        </p:txBody>
      </p:sp>
      <p:pic>
        <p:nvPicPr>
          <p:cNvPr id="8" name="Picture 7" descr="slides_talk.pdf - Adobe Acrobat Reader DC">
            <a:extLst>
              <a:ext uri="{FF2B5EF4-FFF2-40B4-BE49-F238E27FC236}">
                <a16:creationId xmlns:a16="http://schemas.microsoft.com/office/drawing/2014/main" id="{47C7E443-DE89-42D4-A8B4-3053371CC689}"/>
              </a:ext>
            </a:extLst>
          </p:cNvPr>
          <p:cNvPicPr>
            <a:picLocks noChangeAspect="1"/>
          </p:cNvPicPr>
          <p:nvPr/>
        </p:nvPicPr>
        <p:blipFill rotWithShape="1">
          <a:blip r:embed="rId2">
            <a:extLst>
              <a:ext uri="{28A0092B-C50C-407E-A947-70E740481C1C}">
                <a14:useLocalDpi xmlns:a14="http://schemas.microsoft.com/office/drawing/2010/main" val="0"/>
              </a:ext>
            </a:extLst>
          </a:blip>
          <a:srcRect l="13303" t="15772" r="26330"/>
          <a:stretch/>
        </p:blipFill>
        <p:spPr>
          <a:xfrm>
            <a:off x="1216404" y="1736521"/>
            <a:ext cx="5519956" cy="4164850"/>
          </a:xfrm>
          <a:prstGeom prst="rect">
            <a:avLst/>
          </a:prstGeom>
        </p:spPr>
      </p:pic>
    </p:spTree>
    <p:extLst>
      <p:ext uri="{BB962C8B-B14F-4D97-AF65-F5344CB8AC3E}">
        <p14:creationId xmlns:p14="http://schemas.microsoft.com/office/powerpoint/2010/main" val="3179511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37FA087-C602-4229-A0CC-D83CFDC6CF3D}"/>
              </a:ext>
            </a:extLst>
          </p:cNvPr>
          <p:cNvSpPr>
            <a:spLocks noGrp="1" noChangeArrowheads="1"/>
          </p:cNvSpPr>
          <p:nvPr>
            <p:ph type="title"/>
          </p:nvPr>
        </p:nvSpPr>
        <p:spPr>
          <a:xfrm>
            <a:off x="0" y="631"/>
            <a:ext cx="7886700" cy="888717"/>
          </a:xfrm>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Content</a:t>
            </a:r>
          </a:p>
        </p:txBody>
      </p:sp>
      <p:pic>
        <p:nvPicPr>
          <p:cNvPr id="3" name="Picture 2" descr="slides_talk.pdf - Adobe Acrobat Reader DC">
            <a:extLst>
              <a:ext uri="{FF2B5EF4-FFF2-40B4-BE49-F238E27FC236}">
                <a16:creationId xmlns:a16="http://schemas.microsoft.com/office/drawing/2014/main" id="{21EB3D9A-E28F-4EA3-8601-6629726447A9}"/>
              </a:ext>
            </a:extLst>
          </p:cNvPr>
          <p:cNvPicPr>
            <a:picLocks noChangeAspect="1"/>
          </p:cNvPicPr>
          <p:nvPr/>
        </p:nvPicPr>
        <p:blipFill rotWithShape="1">
          <a:blip r:embed="rId2">
            <a:extLst>
              <a:ext uri="{28A0092B-C50C-407E-A947-70E740481C1C}">
                <a14:useLocalDpi xmlns:a14="http://schemas.microsoft.com/office/drawing/2010/main" val="0"/>
              </a:ext>
            </a:extLst>
          </a:blip>
          <a:srcRect l="13211" t="15772" r="26514"/>
          <a:stretch/>
        </p:blipFill>
        <p:spPr>
          <a:xfrm>
            <a:off x="1208014" y="1736521"/>
            <a:ext cx="5511567" cy="4164850"/>
          </a:xfrm>
          <a:prstGeom prst="rect">
            <a:avLst/>
          </a:prstGeom>
        </p:spPr>
      </p:pic>
    </p:spTree>
    <p:extLst>
      <p:ext uri="{BB962C8B-B14F-4D97-AF65-F5344CB8AC3E}">
        <p14:creationId xmlns:p14="http://schemas.microsoft.com/office/powerpoint/2010/main" val="3080580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37FA087-C602-4229-A0CC-D83CFDC6CF3D}"/>
              </a:ext>
            </a:extLst>
          </p:cNvPr>
          <p:cNvSpPr>
            <a:spLocks noGrp="1" noChangeArrowheads="1"/>
          </p:cNvSpPr>
          <p:nvPr>
            <p:ph type="title"/>
          </p:nvPr>
        </p:nvSpPr>
        <p:spPr>
          <a:xfrm>
            <a:off x="0" y="631"/>
            <a:ext cx="7886700" cy="888717"/>
          </a:xfrm>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Content</a:t>
            </a:r>
          </a:p>
        </p:txBody>
      </p:sp>
      <p:pic>
        <p:nvPicPr>
          <p:cNvPr id="4" name="Picture 3" descr="slides_talk.pdf - Adobe Acrobat Reader DC">
            <a:extLst>
              <a:ext uri="{FF2B5EF4-FFF2-40B4-BE49-F238E27FC236}">
                <a16:creationId xmlns:a16="http://schemas.microsoft.com/office/drawing/2014/main" id="{2BD4941E-79FB-4C68-842A-6F479A245FBD}"/>
              </a:ext>
            </a:extLst>
          </p:cNvPr>
          <p:cNvPicPr>
            <a:picLocks noChangeAspect="1"/>
          </p:cNvPicPr>
          <p:nvPr/>
        </p:nvPicPr>
        <p:blipFill rotWithShape="1">
          <a:blip r:embed="rId2">
            <a:extLst>
              <a:ext uri="{28A0092B-C50C-407E-A947-70E740481C1C}">
                <a14:useLocalDpi xmlns:a14="http://schemas.microsoft.com/office/drawing/2010/main" val="0"/>
              </a:ext>
            </a:extLst>
          </a:blip>
          <a:srcRect l="13394" t="16112" r="26514"/>
          <a:stretch/>
        </p:blipFill>
        <p:spPr>
          <a:xfrm>
            <a:off x="1224792" y="1753299"/>
            <a:ext cx="5494789" cy="4148072"/>
          </a:xfrm>
          <a:prstGeom prst="rect">
            <a:avLst/>
          </a:prstGeom>
        </p:spPr>
      </p:pic>
    </p:spTree>
    <p:extLst>
      <p:ext uri="{BB962C8B-B14F-4D97-AF65-F5344CB8AC3E}">
        <p14:creationId xmlns:p14="http://schemas.microsoft.com/office/powerpoint/2010/main" val="3295160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37FA087-C602-4229-A0CC-D83CFDC6CF3D}"/>
              </a:ext>
            </a:extLst>
          </p:cNvPr>
          <p:cNvSpPr>
            <a:spLocks noGrp="1" noChangeArrowheads="1"/>
          </p:cNvSpPr>
          <p:nvPr>
            <p:ph type="title"/>
          </p:nvPr>
        </p:nvSpPr>
        <p:spPr>
          <a:xfrm>
            <a:off x="0" y="631"/>
            <a:ext cx="7886700" cy="888717"/>
          </a:xfrm>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Content</a:t>
            </a:r>
          </a:p>
        </p:txBody>
      </p:sp>
      <p:pic>
        <p:nvPicPr>
          <p:cNvPr id="3" name="Picture 2" descr="slides_talk.pdf - Adobe Acrobat Reader DC">
            <a:extLst>
              <a:ext uri="{FF2B5EF4-FFF2-40B4-BE49-F238E27FC236}">
                <a16:creationId xmlns:a16="http://schemas.microsoft.com/office/drawing/2014/main" id="{21E93827-C91E-4EE1-94C1-16A0908A5990}"/>
              </a:ext>
            </a:extLst>
          </p:cNvPr>
          <p:cNvPicPr>
            <a:picLocks noChangeAspect="1"/>
          </p:cNvPicPr>
          <p:nvPr/>
        </p:nvPicPr>
        <p:blipFill rotWithShape="1">
          <a:blip r:embed="rId2">
            <a:extLst>
              <a:ext uri="{28A0092B-C50C-407E-A947-70E740481C1C}">
                <a14:useLocalDpi xmlns:a14="http://schemas.microsoft.com/office/drawing/2010/main" val="0"/>
              </a:ext>
            </a:extLst>
          </a:blip>
          <a:srcRect l="13750" t="15942" r="26606" b="1437"/>
          <a:stretch/>
        </p:blipFill>
        <p:spPr>
          <a:xfrm>
            <a:off x="1257300" y="1744910"/>
            <a:ext cx="5453893" cy="4085439"/>
          </a:xfrm>
          <a:prstGeom prst="rect">
            <a:avLst/>
          </a:prstGeom>
        </p:spPr>
      </p:pic>
    </p:spTree>
    <p:extLst>
      <p:ext uri="{BB962C8B-B14F-4D97-AF65-F5344CB8AC3E}">
        <p14:creationId xmlns:p14="http://schemas.microsoft.com/office/powerpoint/2010/main" val="2682481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37FA087-C602-4229-A0CC-D83CFDC6CF3D}"/>
              </a:ext>
            </a:extLst>
          </p:cNvPr>
          <p:cNvSpPr>
            <a:spLocks noGrp="1" noChangeArrowheads="1"/>
          </p:cNvSpPr>
          <p:nvPr>
            <p:ph type="title"/>
          </p:nvPr>
        </p:nvSpPr>
        <p:spPr>
          <a:xfrm>
            <a:off x="0" y="631"/>
            <a:ext cx="7886700" cy="888717"/>
          </a:xfrm>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Content</a:t>
            </a:r>
          </a:p>
        </p:txBody>
      </p:sp>
      <p:pic>
        <p:nvPicPr>
          <p:cNvPr id="3" name="Picture 2" descr="slides_talk.pdf - Adobe Acrobat Reader DC">
            <a:extLst>
              <a:ext uri="{FF2B5EF4-FFF2-40B4-BE49-F238E27FC236}">
                <a16:creationId xmlns:a16="http://schemas.microsoft.com/office/drawing/2014/main" id="{777B2C0F-F04C-4510-912F-766A457C2640}"/>
              </a:ext>
            </a:extLst>
          </p:cNvPr>
          <p:cNvPicPr>
            <a:picLocks noChangeAspect="1"/>
          </p:cNvPicPr>
          <p:nvPr/>
        </p:nvPicPr>
        <p:blipFill rotWithShape="1">
          <a:blip r:embed="rId2">
            <a:extLst>
              <a:ext uri="{28A0092B-C50C-407E-A947-70E740481C1C}">
                <a14:useLocalDpi xmlns:a14="http://schemas.microsoft.com/office/drawing/2010/main" val="0"/>
              </a:ext>
            </a:extLst>
          </a:blip>
          <a:srcRect l="13211" t="15942" r="26330"/>
          <a:stretch/>
        </p:blipFill>
        <p:spPr>
          <a:xfrm>
            <a:off x="1208014" y="1744910"/>
            <a:ext cx="5528345" cy="4156461"/>
          </a:xfrm>
          <a:prstGeom prst="rect">
            <a:avLst/>
          </a:prstGeom>
        </p:spPr>
      </p:pic>
    </p:spTree>
    <p:extLst>
      <p:ext uri="{BB962C8B-B14F-4D97-AF65-F5344CB8AC3E}">
        <p14:creationId xmlns:p14="http://schemas.microsoft.com/office/powerpoint/2010/main" val="1260995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37FA087-C602-4229-A0CC-D83CFDC6CF3D}"/>
              </a:ext>
            </a:extLst>
          </p:cNvPr>
          <p:cNvSpPr>
            <a:spLocks noGrp="1" noChangeArrowheads="1"/>
          </p:cNvSpPr>
          <p:nvPr>
            <p:ph type="title"/>
          </p:nvPr>
        </p:nvSpPr>
        <p:spPr>
          <a:xfrm>
            <a:off x="0" y="631"/>
            <a:ext cx="7886700" cy="888717"/>
          </a:xfrm>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Content</a:t>
            </a:r>
          </a:p>
        </p:txBody>
      </p:sp>
      <p:pic>
        <p:nvPicPr>
          <p:cNvPr id="4" name="Picture 3" descr="slides_talk.pdf - Adobe Acrobat Reader DC">
            <a:extLst>
              <a:ext uri="{FF2B5EF4-FFF2-40B4-BE49-F238E27FC236}">
                <a16:creationId xmlns:a16="http://schemas.microsoft.com/office/drawing/2014/main" id="{98AFEEA7-8378-4101-A091-6C1A9695334C}"/>
              </a:ext>
            </a:extLst>
          </p:cNvPr>
          <p:cNvPicPr>
            <a:picLocks noChangeAspect="1"/>
          </p:cNvPicPr>
          <p:nvPr/>
        </p:nvPicPr>
        <p:blipFill rotWithShape="1">
          <a:blip r:embed="rId2">
            <a:extLst>
              <a:ext uri="{28A0092B-C50C-407E-A947-70E740481C1C}">
                <a14:useLocalDpi xmlns:a14="http://schemas.microsoft.com/office/drawing/2010/main" val="0"/>
              </a:ext>
            </a:extLst>
          </a:blip>
          <a:srcRect l="13120" t="16621" r="26422"/>
          <a:stretch/>
        </p:blipFill>
        <p:spPr>
          <a:xfrm>
            <a:off x="1199626" y="1778466"/>
            <a:ext cx="5528345" cy="4122905"/>
          </a:xfrm>
          <a:prstGeom prst="rect">
            <a:avLst/>
          </a:prstGeom>
        </p:spPr>
      </p:pic>
    </p:spTree>
    <p:extLst>
      <p:ext uri="{BB962C8B-B14F-4D97-AF65-F5344CB8AC3E}">
        <p14:creationId xmlns:p14="http://schemas.microsoft.com/office/powerpoint/2010/main" val="15491643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ABE2CF72-91C0-4D97-9C70-3E1C86747576}"/>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Font Size</a:t>
            </a:r>
          </a:p>
        </p:txBody>
      </p:sp>
      <p:sp>
        <p:nvSpPr>
          <p:cNvPr id="93187" name="Rectangle 3">
            <a:extLst>
              <a:ext uri="{FF2B5EF4-FFF2-40B4-BE49-F238E27FC236}">
                <a16:creationId xmlns:a16="http://schemas.microsoft.com/office/drawing/2014/main" id="{34FFB40D-7B22-416F-BEB6-E9AB9BFE7CB9}"/>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You are close to your monitor</a:t>
            </a:r>
          </a:p>
          <a:p>
            <a:r>
              <a:rPr lang="en-US" altLang="en-US" dirty="0">
                <a:latin typeface="Arial" panose="020B0604020202020204" pitchFamily="34" charset="0"/>
                <a:cs typeface="Arial" panose="020B0604020202020204" pitchFamily="34" charset="0"/>
              </a:rPr>
              <a:t>Your audience is far from the screen</a:t>
            </a:r>
          </a:p>
        </p:txBody>
      </p:sp>
      <p:sp>
        <p:nvSpPr>
          <p:cNvPr id="93188" name="Text Box 4">
            <a:extLst>
              <a:ext uri="{FF2B5EF4-FFF2-40B4-BE49-F238E27FC236}">
                <a16:creationId xmlns:a16="http://schemas.microsoft.com/office/drawing/2014/main" id="{EE754A1F-BE29-42EA-852A-3EA0653ABC65}"/>
              </a:ext>
            </a:extLst>
          </p:cNvPr>
          <p:cNvSpPr txBox="1">
            <a:spLocks noChangeArrowheads="1"/>
          </p:cNvSpPr>
          <p:nvPr/>
        </p:nvSpPr>
        <p:spPr bwMode="auto">
          <a:xfrm>
            <a:off x="914400" y="2895600"/>
            <a:ext cx="1273175"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ahoma" panose="020B0604030504040204" pitchFamily="34" charset="0"/>
              </a:rPr>
              <a:t>Tahoma</a:t>
            </a:r>
          </a:p>
          <a:p>
            <a:r>
              <a:rPr lang="en-US" altLang="en-US" sz="3200">
                <a:latin typeface="Tahoma" panose="020B0604030504040204" pitchFamily="34" charset="0"/>
              </a:rPr>
              <a:t>32 pt</a:t>
            </a:r>
          </a:p>
          <a:p>
            <a:r>
              <a:rPr lang="en-US" altLang="en-US" sz="2800">
                <a:latin typeface="Tahoma" panose="020B0604030504040204" pitchFamily="34" charset="0"/>
              </a:rPr>
              <a:t>28 pt</a:t>
            </a:r>
          </a:p>
          <a:p>
            <a:r>
              <a:rPr lang="en-US" altLang="en-US">
                <a:latin typeface="Tahoma" panose="020B0604030504040204" pitchFamily="34" charset="0"/>
              </a:rPr>
              <a:t>24 pt</a:t>
            </a:r>
          </a:p>
          <a:p>
            <a:r>
              <a:rPr lang="en-US" altLang="en-US" sz="2000">
                <a:latin typeface="Tahoma" panose="020B0604030504040204" pitchFamily="34" charset="0"/>
              </a:rPr>
              <a:t>20 pt</a:t>
            </a:r>
          </a:p>
          <a:p>
            <a:r>
              <a:rPr lang="en-US" altLang="en-US" sz="1800">
                <a:latin typeface="Tahoma" panose="020B0604030504040204" pitchFamily="34" charset="0"/>
              </a:rPr>
              <a:t>18 pt</a:t>
            </a:r>
          </a:p>
          <a:p>
            <a:r>
              <a:rPr lang="en-US" altLang="en-US" sz="1600">
                <a:latin typeface="Tahoma" panose="020B0604030504040204" pitchFamily="34" charset="0"/>
              </a:rPr>
              <a:t>16 pt</a:t>
            </a:r>
          </a:p>
          <a:p>
            <a:r>
              <a:rPr lang="en-US" altLang="en-US" sz="1400">
                <a:latin typeface="Tahoma" panose="020B0604030504040204" pitchFamily="34" charset="0"/>
              </a:rPr>
              <a:t>14 pt</a:t>
            </a:r>
          </a:p>
          <a:p>
            <a:r>
              <a:rPr lang="en-US" altLang="en-US" sz="1200">
                <a:latin typeface="Tahoma" panose="020B0604030504040204" pitchFamily="34" charset="0"/>
              </a:rPr>
              <a:t>12 pt</a:t>
            </a:r>
          </a:p>
          <a:p>
            <a:r>
              <a:rPr lang="en-US" altLang="en-US" sz="1000">
                <a:latin typeface="Tahoma" panose="020B0604030504040204" pitchFamily="34" charset="0"/>
              </a:rPr>
              <a:t>10 pt</a:t>
            </a:r>
          </a:p>
        </p:txBody>
      </p:sp>
      <p:sp>
        <p:nvSpPr>
          <p:cNvPr id="93189" name="Text Box 5">
            <a:extLst>
              <a:ext uri="{FF2B5EF4-FFF2-40B4-BE49-F238E27FC236}">
                <a16:creationId xmlns:a16="http://schemas.microsoft.com/office/drawing/2014/main" id="{9A7F0FC2-1D52-4CE9-8521-ACA4196D3DEE}"/>
              </a:ext>
            </a:extLst>
          </p:cNvPr>
          <p:cNvSpPr txBox="1">
            <a:spLocks noChangeArrowheads="1"/>
          </p:cNvSpPr>
          <p:nvPr/>
        </p:nvSpPr>
        <p:spPr bwMode="auto">
          <a:xfrm>
            <a:off x="2308225" y="2903538"/>
            <a:ext cx="1008063"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TNR</a:t>
            </a:r>
          </a:p>
          <a:p>
            <a:r>
              <a:rPr lang="en-US" altLang="en-US" sz="3200">
                <a:latin typeface="Times New Roman" panose="02020603050405020304" pitchFamily="18" charset="0"/>
              </a:rPr>
              <a:t>32 pt</a:t>
            </a:r>
          </a:p>
          <a:p>
            <a:r>
              <a:rPr lang="en-US" altLang="en-US" sz="2800">
                <a:latin typeface="Times New Roman" panose="02020603050405020304" pitchFamily="18" charset="0"/>
              </a:rPr>
              <a:t>28 pt</a:t>
            </a:r>
          </a:p>
          <a:p>
            <a:r>
              <a:rPr lang="en-US" altLang="en-US">
                <a:latin typeface="Times New Roman" panose="02020603050405020304" pitchFamily="18" charset="0"/>
              </a:rPr>
              <a:t>24 pt</a:t>
            </a:r>
          </a:p>
          <a:p>
            <a:r>
              <a:rPr lang="en-US" altLang="en-US" sz="2000">
                <a:latin typeface="Times New Roman" panose="02020603050405020304" pitchFamily="18" charset="0"/>
              </a:rPr>
              <a:t>20 pt</a:t>
            </a:r>
          </a:p>
          <a:p>
            <a:r>
              <a:rPr lang="en-US" altLang="en-US" sz="1800">
                <a:latin typeface="Times New Roman" panose="02020603050405020304" pitchFamily="18" charset="0"/>
              </a:rPr>
              <a:t>18 pt</a:t>
            </a:r>
          </a:p>
          <a:p>
            <a:r>
              <a:rPr lang="en-US" altLang="en-US" sz="1600">
                <a:latin typeface="Times New Roman" panose="02020603050405020304" pitchFamily="18" charset="0"/>
              </a:rPr>
              <a:t>16 pt</a:t>
            </a:r>
          </a:p>
          <a:p>
            <a:r>
              <a:rPr lang="en-US" altLang="en-US" sz="1400">
                <a:latin typeface="Times New Roman" panose="02020603050405020304" pitchFamily="18" charset="0"/>
              </a:rPr>
              <a:t>14 pt</a:t>
            </a:r>
          </a:p>
          <a:p>
            <a:r>
              <a:rPr lang="en-US" altLang="en-US" sz="1200">
                <a:latin typeface="Times New Roman" panose="02020603050405020304" pitchFamily="18" charset="0"/>
              </a:rPr>
              <a:t>12 pt</a:t>
            </a:r>
          </a:p>
          <a:p>
            <a:r>
              <a:rPr lang="en-US" altLang="en-US" sz="1000">
                <a:latin typeface="Times New Roman" panose="02020603050405020304" pitchFamily="18" charset="0"/>
              </a:rPr>
              <a:t>10 pt</a:t>
            </a:r>
          </a:p>
        </p:txBody>
      </p:sp>
      <p:sp>
        <p:nvSpPr>
          <p:cNvPr id="93190" name="Text Box 6">
            <a:extLst>
              <a:ext uri="{FF2B5EF4-FFF2-40B4-BE49-F238E27FC236}">
                <a16:creationId xmlns:a16="http://schemas.microsoft.com/office/drawing/2014/main" id="{6C6B6B04-D38C-40F5-AC61-3DA0E84A67FF}"/>
              </a:ext>
            </a:extLst>
          </p:cNvPr>
          <p:cNvSpPr txBox="1">
            <a:spLocks noChangeArrowheads="1"/>
          </p:cNvSpPr>
          <p:nvPr/>
        </p:nvSpPr>
        <p:spPr bwMode="auto">
          <a:xfrm>
            <a:off x="3581400" y="2928938"/>
            <a:ext cx="1462088"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urier New" panose="02070309020205020404" pitchFamily="49" charset="0"/>
              </a:rPr>
              <a:t>Courier</a:t>
            </a:r>
          </a:p>
          <a:p>
            <a:r>
              <a:rPr lang="en-US" altLang="en-US" sz="3200">
                <a:latin typeface="Courier New" panose="02070309020205020404" pitchFamily="49" charset="0"/>
              </a:rPr>
              <a:t>32 pt</a:t>
            </a:r>
          </a:p>
          <a:p>
            <a:r>
              <a:rPr lang="en-US" altLang="en-US" sz="2800">
                <a:latin typeface="Courier New" panose="02070309020205020404" pitchFamily="49" charset="0"/>
              </a:rPr>
              <a:t>28 pt</a:t>
            </a:r>
          </a:p>
          <a:p>
            <a:r>
              <a:rPr lang="en-US" altLang="en-US">
                <a:latin typeface="Courier New" panose="02070309020205020404" pitchFamily="49" charset="0"/>
              </a:rPr>
              <a:t>24 pt</a:t>
            </a:r>
          </a:p>
          <a:p>
            <a:r>
              <a:rPr lang="en-US" altLang="en-US" sz="2000">
                <a:latin typeface="Courier New" panose="02070309020205020404" pitchFamily="49" charset="0"/>
              </a:rPr>
              <a:t>20 pt</a:t>
            </a:r>
          </a:p>
          <a:p>
            <a:r>
              <a:rPr lang="en-US" altLang="en-US" sz="1800">
                <a:latin typeface="Courier New" panose="02070309020205020404" pitchFamily="49" charset="0"/>
              </a:rPr>
              <a:t>18 pt</a:t>
            </a:r>
          </a:p>
          <a:p>
            <a:r>
              <a:rPr lang="en-US" altLang="en-US" sz="1600">
                <a:latin typeface="Courier New" panose="02070309020205020404" pitchFamily="49" charset="0"/>
              </a:rPr>
              <a:t>16 pt</a:t>
            </a:r>
          </a:p>
          <a:p>
            <a:r>
              <a:rPr lang="en-US" altLang="en-US" sz="1400">
                <a:latin typeface="Courier New" panose="02070309020205020404" pitchFamily="49" charset="0"/>
              </a:rPr>
              <a:t>14 pt</a:t>
            </a:r>
          </a:p>
          <a:p>
            <a:r>
              <a:rPr lang="en-US" altLang="en-US" sz="1200">
                <a:latin typeface="Courier New" panose="02070309020205020404" pitchFamily="49" charset="0"/>
              </a:rPr>
              <a:t>12 pt</a:t>
            </a:r>
          </a:p>
          <a:p>
            <a:r>
              <a:rPr lang="en-US" altLang="en-US" sz="1000">
                <a:latin typeface="Courier New" panose="02070309020205020404" pitchFamily="49" charset="0"/>
              </a:rPr>
              <a:t>10 pt</a:t>
            </a:r>
          </a:p>
        </p:txBody>
      </p:sp>
      <p:sp>
        <p:nvSpPr>
          <p:cNvPr id="93191" name="Text Box 7">
            <a:extLst>
              <a:ext uri="{FF2B5EF4-FFF2-40B4-BE49-F238E27FC236}">
                <a16:creationId xmlns:a16="http://schemas.microsoft.com/office/drawing/2014/main" id="{BA27CB52-767D-4D22-8B01-AE503D6C82AF}"/>
              </a:ext>
            </a:extLst>
          </p:cNvPr>
          <p:cNvSpPr txBox="1">
            <a:spLocks noChangeArrowheads="1"/>
          </p:cNvSpPr>
          <p:nvPr/>
        </p:nvSpPr>
        <p:spPr bwMode="auto">
          <a:xfrm>
            <a:off x="5257800" y="2895600"/>
            <a:ext cx="1211263"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Comic Sans MS" panose="030F0702030302020204" pitchFamily="66" charset="0"/>
              </a:rPr>
              <a:t>Comic</a:t>
            </a:r>
          </a:p>
          <a:p>
            <a:r>
              <a:rPr lang="en-US" altLang="en-US" sz="3200">
                <a:latin typeface="Comic Sans MS" panose="030F0702030302020204" pitchFamily="66" charset="0"/>
              </a:rPr>
              <a:t>32 pt</a:t>
            </a:r>
          </a:p>
          <a:p>
            <a:r>
              <a:rPr lang="en-US" altLang="en-US" sz="2800">
                <a:latin typeface="Comic Sans MS" panose="030F0702030302020204" pitchFamily="66" charset="0"/>
              </a:rPr>
              <a:t>28 pt</a:t>
            </a:r>
          </a:p>
          <a:p>
            <a:r>
              <a:rPr lang="en-US" altLang="en-US">
                <a:latin typeface="Comic Sans MS" panose="030F0702030302020204" pitchFamily="66" charset="0"/>
              </a:rPr>
              <a:t>24 pt</a:t>
            </a:r>
          </a:p>
          <a:p>
            <a:r>
              <a:rPr lang="en-US" altLang="en-US" sz="2000">
                <a:latin typeface="Comic Sans MS" panose="030F0702030302020204" pitchFamily="66" charset="0"/>
              </a:rPr>
              <a:t>20 pt</a:t>
            </a:r>
          </a:p>
          <a:p>
            <a:r>
              <a:rPr lang="en-US" altLang="en-US" sz="1800">
                <a:latin typeface="Comic Sans MS" panose="030F0702030302020204" pitchFamily="66" charset="0"/>
              </a:rPr>
              <a:t>18 pt</a:t>
            </a:r>
          </a:p>
          <a:p>
            <a:r>
              <a:rPr lang="en-US" altLang="en-US" sz="1600">
                <a:latin typeface="Comic Sans MS" panose="030F0702030302020204" pitchFamily="66" charset="0"/>
              </a:rPr>
              <a:t>16 pt</a:t>
            </a:r>
          </a:p>
          <a:p>
            <a:r>
              <a:rPr lang="en-US" altLang="en-US" sz="1400">
                <a:latin typeface="Comic Sans MS" panose="030F0702030302020204" pitchFamily="66" charset="0"/>
              </a:rPr>
              <a:t>14 pt</a:t>
            </a:r>
          </a:p>
          <a:p>
            <a:r>
              <a:rPr lang="en-US" altLang="en-US" sz="1200">
                <a:latin typeface="Comic Sans MS" panose="030F0702030302020204" pitchFamily="66" charset="0"/>
              </a:rPr>
              <a:t>12 pt</a:t>
            </a:r>
          </a:p>
          <a:p>
            <a:r>
              <a:rPr lang="en-US" altLang="en-US" sz="1000">
                <a:latin typeface="Comic Sans MS" panose="030F0702030302020204" pitchFamily="66" charset="0"/>
              </a:rPr>
              <a:t>10 pt</a:t>
            </a:r>
          </a:p>
        </p:txBody>
      </p:sp>
      <p:sp>
        <p:nvSpPr>
          <p:cNvPr id="93192" name="Text Box 8">
            <a:extLst>
              <a:ext uri="{FF2B5EF4-FFF2-40B4-BE49-F238E27FC236}">
                <a16:creationId xmlns:a16="http://schemas.microsoft.com/office/drawing/2014/main" id="{6569F9E8-E1DC-4618-9E95-36957AA4EBB3}"/>
              </a:ext>
            </a:extLst>
          </p:cNvPr>
          <p:cNvSpPr txBox="1">
            <a:spLocks noChangeArrowheads="1"/>
          </p:cNvSpPr>
          <p:nvPr/>
        </p:nvSpPr>
        <p:spPr bwMode="auto">
          <a:xfrm>
            <a:off x="6697663" y="2898775"/>
            <a:ext cx="1912937" cy="310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Lucida Sans" panose="020B0604020202020204" pitchFamily="34" charset="0"/>
              </a:rPr>
              <a:t>Lucida Sans</a:t>
            </a:r>
          </a:p>
          <a:p>
            <a:r>
              <a:rPr lang="en-US" altLang="en-US" sz="3200">
                <a:latin typeface="Lucida Sans" panose="020B0604020202020204" pitchFamily="34" charset="0"/>
              </a:rPr>
              <a:t>32 pt</a:t>
            </a:r>
          </a:p>
          <a:p>
            <a:r>
              <a:rPr lang="en-US" altLang="en-US" sz="2800">
                <a:latin typeface="Lucida Sans" panose="020B0604020202020204" pitchFamily="34" charset="0"/>
              </a:rPr>
              <a:t>28 pt</a:t>
            </a:r>
          </a:p>
          <a:p>
            <a:r>
              <a:rPr lang="en-US" altLang="en-US">
                <a:latin typeface="Lucida Sans" panose="020B0604020202020204" pitchFamily="34" charset="0"/>
              </a:rPr>
              <a:t>24 pt</a:t>
            </a:r>
          </a:p>
          <a:p>
            <a:r>
              <a:rPr lang="en-US" altLang="en-US" sz="2000">
                <a:latin typeface="Lucida Sans" panose="020B0604020202020204" pitchFamily="34" charset="0"/>
              </a:rPr>
              <a:t>20 pt</a:t>
            </a:r>
          </a:p>
          <a:p>
            <a:r>
              <a:rPr lang="en-US" altLang="en-US" sz="1800">
                <a:latin typeface="Lucida Sans" panose="020B0604020202020204" pitchFamily="34" charset="0"/>
              </a:rPr>
              <a:t>18 pt</a:t>
            </a:r>
          </a:p>
          <a:p>
            <a:r>
              <a:rPr lang="en-US" altLang="en-US" sz="1600">
                <a:latin typeface="Lucida Sans" panose="020B0604020202020204" pitchFamily="34" charset="0"/>
              </a:rPr>
              <a:t>16 pt</a:t>
            </a:r>
          </a:p>
          <a:p>
            <a:r>
              <a:rPr lang="en-US" altLang="en-US" sz="1400">
                <a:latin typeface="Lucida Sans" panose="020B0604020202020204" pitchFamily="34" charset="0"/>
              </a:rPr>
              <a:t>14 pt</a:t>
            </a:r>
          </a:p>
          <a:p>
            <a:r>
              <a:rPr lang="en-US" altLang="en-US" sz="1200">
                <a:latin typeface="Lucida Sans" panose="020B0604020202020204" pitchFamily="34" charset="0"/>
              </a:rPr>
              <a:t>12 pt</a:t>
            </a:r>
          </a:p>
          <a:p>
            <a:r>
              <a:rPr lang="en-US" altLang="en-US" sz="1000">
                <a:latin typeface="Lucida Sans" panose="020B0604020202020204" pitchFamily="34" charset="0"/>
              </a:rPr>
              <a:t>10 pt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B400308E-09A1-439B-9F39-B1B80EFEC773}"/>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Font Size</a:t>
            </a:r>
          </a:p>
        </p:txBody>
      </p:sp>
      <p:sp>
        <p:nvSpPr>
          <p:cNvPr id="94211" name="Rectangle 3">
            <a:extLst>
              <a:ext uri="{FF2B5EF4-FFF2-40B4-BE49-F238E27FC236}">
                <a16:creationId xmlns:a16="http://schemas.microsoft.com/office/drawing/2014/main" id="{003CFFB8-23FA-4AC5-A867-02A0D78A6586}"/>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If you find yourself saying “you probably can’t read/see this, but…”</a:t>
            </a:r>
          </a:p>
          <a:p>
            <a:pPr lvl="1"/>
            <a:r>
              <a:rPr lang="en-US" altLang="en-US" dirty="0">
                <a:latin typeface="Arial" panose="020B0604020202020204" pitchFamily="34" charset="0"/>
                <a:cs typeface="Arial" panose="020B0604020202020204" pitchFamily="34" charset="0"/>
              </a:rPr>
              <a:t>Then you probably have a BAD SLIDE!</a:t>
            </a:r>
          </a:p>
          <a:p>
            <a:pPr lvl="1"/>
            <a:r>
              <a:rPr lang="en-US" altLang="en-US" dirty="0">
                <a:latin typeface="Arial" panose="020B0604020202020204" pitchFamily="34" charset="0"/>
                <a:cs typeface="Arial" panose="020B0604020202020204" pitchFamily="34" charset="0"/>
              </a:rPr>
              <a:t>There are exceptions, but very few</a:t>
            </a:r>
          </a:p>
          <a:p>
            <a:r>
              <a:rPr lang="en-US" altLang="en-US" dirty="0">
                <a:latin typeface="Arial" panose="020B0604020202020204" pitchFamily="34" charset="0"/>
                <a:cs typeface="Arial" panose="020B0604020202020204" pitchFamily="34" charset="0"/>
              </a:rPr>
              <a:t>Test on real screen in conference room</a:t>
            </a:r>
          </a:p>
          <a:p>
            <a:pPr lvl="1"/>
            <a:r>
              <a:rPr lang="en-US" altLang="en-US" dirty="0">
                <a:latin typeface="Arial" panose="020B0604020202020204" pitchFamily="34" charset="0"/>
                <a:cs typeface="Arial" panose="020B0604020202020204" pitchFamily="34" charset="0"/>
              </a:rPr>
              <a:t>Not just your computer screen 15” away.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5299CFB-04E0-461E-9235-D058ABA177D0}"/>
              </a:ext>
            </a:extLst>
          </p:cNvPr>
          <p:cNvSpPr>
            <a:spLocks noGrp="1" noChangeArrowheads="1"/>
          </p:cNvSpPr>
          <p:nvPr>
            <p:ph type="title"/>
          </p:nvPr>
        </p:nvSpPr>
        <p:spPr>
          <a:xfrm>
            <a:off x="0" y="631"/>
            <a:ext cx="9026554" cy="888717"/>
          </a:xfrm>
        </p:spPr>
        <p:txBody>
          <a:bodyPr vert="horz" lIns="91440" tIns="45720" rIns="91440" bIns="45720" rtlCol="0" anchor="ctr">
            <a:normAutofit fontScale="90000"/>
          </a:bodyPr>
          <a:lstStyle/>
          <a:p>
            <a:r>
              <a:rPr lang="en-US" altLang="en-US" sz="3200" dirty="0">
                <a:solidFill>
                  <a:srgbClr val="0A20C6"/>
                </a:solidFill>
                <a:latin typeface="Arial" panose="020B0604020202020204" pitchFamily="34" charset="0"/>
                <a:cs typeface="Arial" panose="020B0604020202020204" pitchFamily="34" charset="0"/>
              </a:rPr>
              <a:t>This is a really long title for this single slide, I should have just summarized</a:t>
            </a:r>
          </a:p>
        </p:txBody>
      </p:sp>
      <p:sp>
        <p:nvSpPr>
          <p:cNvPr id="8195" name="Rectangle 3">
            <a:extLst>
              <a:ext uri="{FF2B5EF4-FFF2-40B4-BE49-F238E27FC236}">
                <a16:creationId xmlns:a16="http://schemas.microsoft.com/office/drawing/2014/main" id="{737B78F0-E00E-4D13-B006-588E8E4D6C63}"/>
              </a:ext>
            </a:extLst>
          </p:cNvPr>
          <p:cNvSpPr>
            <a:spLocks noGrp="1" noChangeArrowheads="1"/>
          </p:cNvSpPr>
          <p:nvPr>
            <p:ph type="body" idx="1"/>
          </p:nvPr>
        </p:nvSpPr>
        <p:spPr/>
        <p:txBody>
          <a:bodyPr/>
          <a:lstStyle/>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Hard to read</a:t>
            </a:r>
          </a:p>
          <a:p>
            <a:r>
              <a:rPr lang="en-US" altLang="en-US" dirty="0">
                <a:latin typeface="Arial" panose="020B0604020202020204" pitchFamily="34" charset="0"/>
                <a:cs typeface="Arial" panose="020B0604020202020204" pitchFamily="34" charset="0"/>
              </a:rPr>
              <a:t>Many people don’t read the title anyway</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Should have been “Long Slide Titles”</a:t>
            </a:r>
          </a:p>
          <a:p>
            <a:endParaRPr lang="en-US" altLang="en-US" dirty="0">
              <a:latin typeface="Arial" panose="020B0604020202020204" pitchFamily="34" charset="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26">
            <a:extLst>
              <a:ext uri="{FF2B5EF4-FFF2-40B4-BE49-F238E27FC236}">
                <a16:creationId xmlns:a16="http://schemas.microsoft.com/office/drawing/2014/main" id="{34BD719E-47B6-4292-8E45-BC18AED6121B}"/>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Know Slide Boundaries</a:t>
            </a:r>
          </a:p>
        </p:txBody>
      </p:sp>
      <p:sp>
        <p:nvSpPr>
          <p:cNvPr id="54275" name="Rectangle 1027">
            <a:extLst>
              <a:ext uri="{FF2B5EF4-FFF2-40B4-BE49-F238E27FC236}">
                <a16:creationId xmlns:a16="http://schemas.microsoft.com/office/drawing/2014/main" id="{2017F275-B015-4B0B-865B-D002266D6585}"/>
              </a:ext>
            </a:extLst>
          </p:cNvPr>
          <p:cNvSpPr>
            <a:spLocks noGrp="1" noChangeArrowheads="1"/>
          </p:cNvSpPr>
          <p:nvPr>
            <p:ph type="body" idx="1"/>
          </p:nvPr>
        </p:nvSpPr>
        <p:spPr>
          <a:xfrm>
            <a:off x="677412" y="1524699"/>
            <a:ext cx="11734800" cy="4495800"/>
          </a:xfrm>
        </p:spPr>
        <p:txBody>
          <a:bodyPr/>
          <a:lstStyle/>
          <a:p>
            <a:r>
              <a:rPr lang="en-US" altLang="en-US" dirty="0">
                <a:latin typeface="Arial" panose="020B0604020202020204" pitchFamily="34" charset="0"/>
                <a:cs typeface="Arial" panose="020B0604020202020204" pitchFamily="34" charset="0"/>
              </a:rPr>
              <a:t>People can’t read text that runs off the side of the slide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E70FC5E5-8662-4AFD-AC55-D1FD808B0411}"/>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Bullets Aren’t Everything</a:t>
            </a:r>
          </a:p>
        </p:txBody>
      </p:sp>
      <p:sp>
        <p:nvSpPr>
          <p:cNvPr id="56323" name="Rectangle 3">
            <a:extLst>
              <a:ext uri="{FF2B5EF4-FFF2-40B4-BE49-F238E27FC236}">
                <a16:creationId xmlns:a16="http://schemas.microsoft.com/office/drawing/2014/main" id="{3176E59A-8D94-45C2-A4B6-C21FFF476795}"/>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How many</a:t>
            </a:r>
          </a:p>
          <a:p>
            <a:pPr lvl="1"/>
            <a:r>
              <a:rPr lang="en-US" altLang="en-US" dirty="0">
                <a:latin typeface="Arial" panose="020B0604020202020204" pitchFamily="34" charset="0"/>
                <a:cs typeface="Arial" panose="020B0604020202020204" pitchFamily="34" charset="0"/>
              </a:rPr>
              <a:t>Levels of</a:t>
            </a:r>
          </a:p>
          <a:p>
            <a:pPr lvl="2"/>
            <a:r>
              <a:rPr lang="en-US" altLang="en-US" dirty="0">
                <a:latin typeface="Arial" panose="020B0604020202020204" pitchFamily="34" charset="0"/>
                <a:cs typeface="Arial" panose="020B0604020202020204" pitchFamily="34" charset="0"/>
              </a:rPr>
              <a:t>Hierarchy do</a:t>
            </a:r>
          </a:p>
          <a:p>
            <a:pPr lvl="3"/>
            <a:r>
              <a:rPr lang="en-US" altLang="en-US" dirty="0">
                <a:latin typeface="Arial" panose="020B0604020202020204" pitchFamily="34" charset="0"/>
                <a:cs typeface="Arial" panose="020B0604020202020204" pitchFamily="34" charset="0"/>
              </a:rPr>
              <a:t>You think</a:t>
            </a:r>
          </a:p>
          <a:p>
            <a:pPr lvl="4"/>
            <a:r>
              <a:rPr lang="en-US" altLang="en-US" dirty="0">
                <a:latin typeface="Arial" panose="020B0604020202020204" pitchFamily="34" charset="0"/>
                <a:cs typeface="Arial" panose="020B0604020202020204" pitchFamily="34" charset="0"/>
              </a:rPr>
              <a:t>You need</a:t>
            </a:r>
            <a:br>
              <a:rPr lang="en-US" altLang="en-US"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	*  To express</a:t>
            </a:r>
            <a:br>
              <a:rPr lang="en-US" altLang="en-US"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		- Your point?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26">
            <a:extLst>
              <a:ext uri="{FF2B5EF4-FFF2-40B4-BE49-F238E27FC236}">
                <a16:creationId xmlns:a16="http://schemas.microsoft.com/office/drawing/2014/main" id="{C64EE574-CC4D-4A96-B5A2-F730CBAC9D80}"/>
              </a:ext>
            </a:extLst>
          </p:cNvPr>
          <p:cNvSpPr>
            <a:spLocks noGrp="1" noChangeArrowheads="1"/>
          </p:cNvSpPr>
          <p:nvPr>
            <p:ph type="title"/>
          </p:nvPr>
        </p:nvSpPr>
        <p:spPr/>
        <p:txBody>
          <a:bodyPr vert="horz" lIns="91440" tIns="45720" rIns="91440" bIns="45720" rtlCol="0" anchor="ctr">
            <a:normAutofit/>
          </a:bodyPr>
          <a:lstStyle/>
          <a:p>
            <a:r>
              <a:rPr lang="en-US" altLang="en-US" sz="3200" dirty="0" err="1">
                <a:solidFill>
                  <a:srgbClr val="0A20C6"/>
                </a:solidFill>
                <a:latin typeface="Arial" panose="020B0604020202020204" pitchFamily="34" charset="0"/>
                <a:cs typeface="Arial" panose="020B0604020202020204" pitchFamily="34" charset="0"/>
              </a:rPr>
              <a:t>Speelchick</a:t>
            </a:r>
            <a:endParaRPr lang="en-US" altLang="en-US" sz="3200" dirty="0">
              <a:solidFill>
                <a:srgbClr val="0A20C6"/>
              </a:solidFill>
              <a:latin typeface="Arial" panose="020B0604020202020204" pitchFamily="34" charset="0"/>
              <a:cs typeface="Arial" panose="020B0604020202020204" pitchFamily="34" charset="0"/>
            </a:endParaRPr>
          </a:p>
        </p:txBody>
      </p:sp>
      <p:sp>
        <p:nvSpPr>
          <p:cNvPr id="50180" name="Rectangle 1028">
            <a:extLst>
              <a:ext uri="{FF2B5EF4-FFF2-40B4-BE49-F238E27FC236}">
                <a16:creationId xmlns:a16="http://schemas.microsoft.com/office/drawing/2014/main" id="{9371A568-4230-4FB0-A5BA-B0914A5E249C}"/>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How </a:t>
            </a:r>
            <a:r>
              <a:rPr lang="en-US" altLang="en-US" dirty="0" err="1">
                <a:latin typeface="Arial" panose="020B0604020202020204" pitchFamily="34" charset="0"/>
                <a:cs typeface="Arial" panose="020B0604020202020204" pitchFamily="34" charset="0"/>
              </a:rPr>
              <a:t>samrt</a:t>
            </a:r>
            <a:r>
              <a:rPr lang="en-US" altLang="en-US" dirty="0">
                <a:latin typeface="Arial" panose="020B0604020202020204" pitchFamily="34" charset="0"/>
                <a:cs typeface="Arial" panose="020B0604020202020204" pitchFamily="34" charset="0"/>
              </a:rPr>
              <a:t> will </a:t>
            </a:r>
            <a:r>
              <a:rPr lang="en-US" altLang="en-US" dirty="0" err="1">
                <a:latin typeface="Arial" panose="020B0604020202020204" pitchFamily="34" charset="0"/>
                <a:cs typeface="Arial" panose="020B0604020202020204" pitchFamily="34" charset="0"/>
              </a:rPr>
              <a:t>poeple</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thikn</a:t>
            </a:r>
            <a:r>
              <a:rPr lang="en-US" altLang="en-US" dirty="0">
                <a:latin typeface="Arial" panose="020B0604020202020204" pitchFamily="34" charset="0"/>
                <a:cs typeface="Arial" panose="020B0604020202020204" pitchFamily="34" charset="0"/>
              </a:rPr>
              <a:t> </a:t>
            </a:r>
            <a:r>
              <a:rPr lang="en-US" altLang="en-US" dirty="0" err="1">
                <a:latin typeface="Arial" panose="020B0604020202020204" pitchFamily="34" charset="0"/>
                <a:cs typeface="Arial" panose="020B0604020202020204" pitchFamily="34" charset="0"/>
              </a:rPr>
              <a:t>yuo</a:t>
            </a:r>
            <a:r>
              <a:rPr lang="en-US" altLang="en-US" dirty="0">
                <a:latin typeface="Arial" panose="020B0604020202020204" pitchFamily="34" charset="0"/>
                <a:cs typeface="Arial" panose="020B0604020202020204" pitchFamily="34" charset="0"/>
              </a:rPr>
              <a:t> are?</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Watch for:</a:t>
            </a:r>
          </a:p>
          <a:p>
            <a:pPr lvl="1"/>
            <a:r>
              <a:rPr lang="en-US" altLang="en-US" dirty="0">
                <a:latin typeface="Arial" panose="020B0604020202020204" pitchFamily="34" charset="0"/>
                <a:cs typeface="Arial" panose="020B0604020202020204" pitchFamily="34" charset="0"/>
              </a:rPr>
              <a:t>there/their/they’re</a:t>
            </a:r>
          </a:p>
          <a:p>
            <a:pPr lvl="1"/>
            <a:r>
              <a:rPr lang="en-US" altLang="en-US" dirty="0">
                <a:latin typeface="Arial" panose="020B0604020202020204" pitchFamily="34" charset="0"/>
                <a:cs typeface="Arial" panose="020B0604020202020204" pitchFamily="34" charset="0"/>
              </a:rPr>
              <a:t>too/to/two</a:t>
            </a:r>
          </a:p>
          <a:p>
            <a:pPr lvl="1"/>
            <a:r>
              <a:rPr lang="en-US" altLang="en-US" dirty="0">
                <a:latin typeface="Arial" panose="020B0604020202020204" pitchFamily="34" charset="0"/>
                <a:cs typeface="Arial" panose="020B0604020202020204" pitchFamily="34" charset="0"/>
              </a:rPr>
              <a:t>its/it’s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26">
            <a:extLst>
              <a:ext uri="{FF2B5EF4-FFF2-40B4-BE49-F238E27FC236}">
                <a16:creationId xmlns:a16="http://schemas.microsoft.com/office/drawing/2014/main" id="{C64EE574-CC4D-4A96-B5A2-F730CBAC9D80}"/>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Caps</a:t>
            </a:r>
          </a:p>
        </p:txBody>
      </p:sp>
      <p:sp>
        <p:nvSpPr>
          <p:cNvPr id="50180" name="Rectangle 1028">
            <a:extLst>
              <a:ext uri="{FF2B5EF4-FFF2-40B4-BE49-F238E27FC236}">
                <a16:creationId xmlns:a16="http://schemas.microsoft.com/office/drawing/2014/main" id="{9371A568-4230-4FB0-A5BA-B0914A5E249C}"/>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how Smart will people Think you are.</a:t>
            </a:r>
          </a:p>
          <a:p>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51026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AFAABC73-9773-40CF-898A-C0340E86294F}"/>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Picture This</a:t>
            </a:r>
          </a:p>
        </p:txBody>
      </p:sp>
      <p:sp>
        <p:nvSpPr>
          <p:cNvPr id="95235" name="Rectangle 3">
            <a:extLst>
              <a:ext uri="{FF2B5EF4-FFF2-40B4-BE49-F238E27FC236}">
                <a16:creationId xmlns:a16="http://schemas.microsoft.com/office/drawing/2014/main" id="{A4480F05-1D23-4C35-93B6-D10F00AC06BA}"/>
              </a:ext>
            </a:extLst>
          </p:cNvPr>
          <p:cNvSpPr>
            <a:spLocks noGrp="1" noChangeArrowheads="1"/>
          </p:cNvSpPr>
          <p:nvPr>
            <p:ph type="body" idx="1"/>
          </p:nvPr>
        </p:nvSpPr>
        <p:spPr/>
        <p:txBody>
          <a:bodyPr/>
          <a:lstStyle/>
          <a:p>
            <a:r>
              <a:rPr lang="en-US" altLang="en-US" sz="2800" dirty="0">
                <a:latin typeface="Arial" panose="020B0604020202020204" pitchFamily="34" charset="0"/>
                <a:cs typeface="Arial" panose="020B0604020202020204" pitchFamily="34" charset="0"/>
              </a:rPr>
              <a:t>There are exceptions, but in general</a:t>
            </a:r>
          </a:p>
          <a:p>
            <a:pPr lvl="1"/>
            <a:r>
              <a:rPr lang="en-US" altLang="en-US" sz="2400" dirty="0">
                <a:latin typeface="Arial" panose="020B0604020202020204" pitchFamily="34" charset="0"/>
                <a:cs typeface="Arial" panose="020B0604020202020204" pitchFamily="34" charset="0"/>
              </a:rPr>
              <a:t>Don’t have only text on most of your slides</a:t>
            </a:r>
          </a:p>
          <a:p>
            <a:pPr lvl="1"/>
            <a:r>
              <a:rPr lang="en-US" altLang="en-US" sz="2400" dirty="0">
                <a:latin typeface="Arial" panose="020B0604020202020204" pitchFamily="34" charset="0"/>
                <a:cs typeface="Arial" panose="020B0604020202020204" pitchFamily="34" charset="0"/>
              </a:rPr>
              <a:t>Try to draw diagrams wherever applicable</a:t>
            </a:r>
          </a:p>
          <a:p>
            <a:r>
              <a:rPr lang="en-US" altLang="en-US" sz="2800" dirty="0">
                <a:latin typeface="Arial" panose="020B0604020202020204" pitchFamily="34" charset="0"/>
                <a:cs typeface="Arial" panose="020B0604020202020204" pitchFamily="34" charset="0"/>
              </a:rPr>
              <a:t>(Well-drawn) pictures easier to understand</a:t>
            </a:r>
          </a:p>
          <a:p>
            <a:pPr>
              <a:buFontTx/>
              <a:buNone/>
            </a:pPr>
            <a:endParaRPr lang="en-US" altLang="en-US" sz="2800" dirty="0">
              <a:latin typeface="Arial" panose="020B0604020202020204" pitchFamily="34" charset="0"/>
              <a:cs typeface="Arial" panose="020B0604020202020204" pitchFamily="34" charset="0"/>
            </a:endParaRPr>
          </a:p>
        </p:txBody>
      </p:sp>
      <p:grpSp>
        <p:nvGrpSpPr>
          <p:cNvPr id="95277" name="Group 45">
            <a:extLst>
              <a:ext uri="{FF2B5EF4-FFF2-40B4-BE49-F238E27FC236}">
                <a16:creationId xmlns:a16="http://schemas.microsoft.com/office/drawing/2014/main" id="{00C11184-E341-4140-AD6C-6EDDFDFAC461}"/>
              </a:ext>
            </a:extLst>
          </p:cNvPr>
          <p:cNvGrpSpPr>
            <a:grpSpLocks/>
          </p:cNvGrpSpPr>
          <p:nvPr/>
        </p:nvGrpSpPr>
        <p:grpSpPr bwMode="auto">
          <a:xfrm>
            <a:off x="533400" y="3505200"/>
            <a:ext cx="3733800" cy="2895600"/>
            <a:chOff x="816" y="2640"/>
            <a:chExt cx="1872" cy="1392"/>
          </a:xfrm>
        </p:grpSpPr>
        <p:sp>
          <p:nvSpPr>
            <p:cNvPr id="95239" name="Rectangle 7">
              <a:extLst>
                <a:ext uri="{FF2B5EF4-FFF2-40B4-BE49-F238E27FC236}">
                  <a16:creationId xmlns:a16="http://schemas.microsoft.com/office/drawing/2014/main" id="{1E9E5E71-3A58-4D0A-A497-ED53B5F05B20}"/>
                </a:ext>
              </a:extLst>
            </p:cNvPr>
            <p:cNvSpPr>
              <a:spLocks noChangeArrowheads="1"/>
            </p:cNvSpPr>
            <p:nvPr/>
          </p:nvSpPr>
          <p:spPr bwMode="auto">
            <a:xfrm>
              <a:off x="816" y="2640"/>
              <a:ext cx="1872" cy="13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grpSp>
          <p:nvGrpSpPr>
            <p:cNvPr id="95243" name="Group 11">
              <a:extLst>
                <a:ext uri="{FF2B5EF4-FFF2-40B4-BE49-F238E27FC236}">
                  <a16:creationId xmlns:a16="http://schemas.microsoft.com/office/drawing/2014/main" id="{0522C373-9936-4B33-BA51-5EC41C3BE016}"/>
                </a:ext>
              </a:extLst>
            </p:cNvPr>
            <p:cNvGrpSpPr>
              <a:grpSpLocks noChangeAspect="1"/>
            </p:cNvGrpSpPr>
            <p:nvPr/>
          </p:nvGrpSpPr>
          <p:grpSpPr bwMode="auto">
            <a:xfrm>
              <a:off x="912" y="2717"/>
              <a:ext cx="1705" cy="1267"/>
              <a:chOff x="49" y="55"/>
              <a:chExt cx="5665" cy="4209"/>
            </a:xfrm>
          </p:grpSpPr>
          <p:sp>
            <p:nvSpPr>
              <p:cNvPr id="95240" name="Freeform 8">
                <a:extLst>
                  <a:ext uri="{FF2B5EF4-FFF2-40B4-BE49-F238E27FC236}">
                    <a16:creationId xmlns:a16="http://schemas.microsoft.com/office/drawing/2014/main" id="{1DA6BCC3-E1BD-4AFF-976B-E08E1B409A9F}"/>
                  </a:ext>
                </a:extLst>
              </p:cNvPr>
              <p:cNvSpPr>
                <a:spLocks noChangeAspect="1"/>
              </p:cNvSpPr>
              <p:nvPr/>
            </p:nvSpPr>
            <p:spPr bwMode="auto">
              <a:xfrm>
                <a:off x="49" y="55"/>
                <a:ext cx="5665" cy="4209"/>
              </a:xfrm>
              <a:custGeom>
                <a:avLst/>
                <a:gdLst>
                  <a:gd name="T0" fmla="*/ 0 w 5665"/>
                  <a:gd name="T1" fmla="*/ 320 h 4209"/>
                  <a:gd name="T2" fmla="*/ 312 w 5665"/>
                  <a:gd name="T3" fmla="*/ 320 h 4209"/>
                  <a:gd name="T4" fmla="*/ 312 w 5665"/>
                  <a:gd name="T5" fmla="*/ 0 h 4209"/>
                  <a:gd name="T6" fmla="*/ 5336 w 5665"/>
                  <a:gd name="T7" fmla="*/ 0 h 4209"/>
                  <a:gd name="T8" fmla="*/ 5336 w 5665"/>
                  <a:gd name="T9" fmla="*/ 320 h 4209"/>
                  <a:gd name="T10" fmla="*/ 5664 w 5665"/>
                  <a:gd name="T11" fmla="*/ 320 h 4209"/>
                  <a:gd name="T12" fmla="*/ 5664 w 5665"/>
                  <a:gd name="T13" fmla="*/ 3888 h 4209"/>
                  <a:gd name="T14" fmla="*/ 5336 w 5665"/>
                  <a:gd name="T15" fmla="*/ 3888 h 4209"/>
                  <a:gd name="T16" fmla="*/ 5336 w 5665"/>
                  <a:gd name="T17" fmla="*/ 4208 h 4209"/>
                  <a:gd name="T18" fmla="*/ 312 w 5665"/>
                  <a:gd name="T19" fmla="*/ 4208 h 4209"/>
                  <a:gd name="T20" fmla="*/ 312 w 5665"/>
                  <a:gd name="T21" fmla="*/ 3888 h 4209"/>
                  <a:gd name="T22" fmla="*/ 0 w 5665"/>
                  <a:gd name="T23" fmla="*/ 3888 h 4209"/>
                  <a:gd name="T24" fmla="*/ 0 w 5665"/>
                  <a:gd name="T25" fmla="*/ 320 h 4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65" h="4209">
                    <a:moveTo>
                      <a:pt x="0" y="320"/>
                    </a:moveTo>
                    <a:lnTo>
                      <a:pt x="312" y="320"/>
                    </a:lnTo>
                    <a:lnTo>
                      <a:pt x="312" y="0"/>
                    </a:lnTo>
                    <a:lnTo>
                      <a:pt x="5336" y="0"/>
                    </a:lnTo>
                    <a:lnTo>
                      <a:pt x="5336" y="320"/>
                    </a:lnTo>
                    <a:lnTo>
                      <a:pt x="5664" y="320"/>
                    </a:lnTo>
                    <a:lnTo>
                      <a:pt x="5664" y="3888"/>
                    </a:lnTo>
                    <a:lnTo>
                      <a:pt x="5336" y="3888"/>
                    </a:lnTo>
                    <a:lnTo>
                      <a:pt x="5336" y="4208"/>
                    </a:lnTo>
                    <a:lnTo>
                      <a:pt x="312" y="4208"/>
                    </a:lnTo>
                    <a:lnTo>
                      <a:pt x="312" y="3888"/>
                    </a:lnTo>
                    <a:lnTo>
                      <a:pt x="0" y="3888"/>
                    </a:lnTo>
                    <a:lnTo>
                      <a:pt x="0" y="320"/>
                    </a:lnTo>
                  </a:path>
                </a:pathLst>
              </a:custGeom>
              <a:noFill/>
              <a:ln w="50800" cap="rnd"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41" name="Freeform 9">
                <a:extLst>
                  <a:ext uri="{FF2B5EF4-FFF2-40B4-BE49-F238E27FC236}">
                    <a16:creationId xmlns:a16="http://schemas.microsoft.com/office/drawing/2014/main" id="{09988A9F-06A8-4FF5-8987-50CB7195F97E}"/>
                  </a:ext>
                </a:extLst>
              </p:cNvPr>
              <p:cNvSpPr>
                <a:spLocks noChangeAspect="1"/>
              </p:cNvSpPr>
              <p:nvPr/>
            </p:nvSpPr>
            <p:spPr bwMode="auto">
              <a:xfrm>
                <a:off x="205" y="199"/>
                <a:ext cx="5353" cy="3921"/>
              </a:xfrm>
              <a:custGeom>
                <a:avLst/>
                <a:gdLst>
                  <a:gd name="T0" fmla="*/ 0 w 5353"/>
                  <a:gd name="T1" fmla="*/ 0 h 3921"/>
                  <a:gd name="T2" fmla="*/ 5352 w 5353"/>
                  <a:gd name="T3" fmla="*/ 0 h 3921"/>
                  <a:gd name="T4" fmla="*/ 5352 w 5353"/>
                  <a:gd name="T5" fmla="*/ 3920 h 3921"/>
                  <a:gd name="T6" fmla="*/ 0 w 5353"/>
                  <a:gd name="T7" fmla="*/ 3920 h 3921"/>
                  <a:gd name="T8" fmla="*/ 0 w 5353"/>
                  <a:gd name="T9" fmla="*/ 0 h 3921"/>
                </a:gdLst>
                <a:ahLst/>
                <a:cxnLst>
                  <a:cxn ang="0">
                    <a:pos x="T0" y="T1"/>
                  </a:cxn>
                  <a:cxn ang="0">
                    <a:pos x="T2" y="T3"/>
                  </a:cxn>
                  <a:cxn ang="0">
                    <a:pos x="T4" y="T5"/>
                  </a:cxn>
                  <a:cxn ang="0">
                    <a:pos x="T6" y="T7"/>
                  </a:cxn>
                  <a:cxn ang="0">
                    <a:pos x="T8" y="T9"/>
                  </a:cxn>
                </a:cxnLst>
                <a:rect l="0" t="0" r="r" b="b"/>
                <a:pathLst>
                  <a:path w="5353" h="3921">
                    <a:moveTo>
                      <a:pt x="0" y="0"/>
                    </a:moveTo>
                    <a:lnTo>
                      <a:pt x="5352" y="0"/>
                    </a:lnTo>
                    <a:lnTo>
                      <a:pt x="5352" y="3920"/>
                    </a:lnTo>
                    <a:lnTo>
                      <a:pt x="0" y="3920"/>
                    </a:lnTo>
                    <a:lnTo>
                      <a:pt x="0" y="0"/>
                    </a:lnTo>
                  </a:path>
                </a:pathLst>
              </a:custGeom>
              <a:noFill/>
              <a:ln w="12700" cap="rnd" cmpd="sng">
                <a:solidFill>
                  <a:schemeClr val="fo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42" name="Line 10">
                <a:extLst>
                  <a:ext uri="{FF2B5EF4-FFF2-40B4-BE49-F238E27FC236}">
                    <a16:creationId xmlns:a16="http://schemas.microsoft.com/office/drawing/2014/main" id="{A08AE034-C960-4F19-8DCB-D7AC5913C5EB}"/>
                  </a:ext>
                </a:extLst>
              </p:cNvPr>
              <p:cNvSpPr>
                <a:spLocks noChangeAspect="1" noChangeShapeType="1"/>
              </p:cNvSpPr>
              <p:nvPr/>
            </p:nvSpPr>
            <p:spPr bwMode="auto">
              <a:xfrm>
                <a:off x="384" y="816"/>
                <a:ext cx="4992" cy="0"/>
              </a:xfrm>
              <a:prstGeom prst="line">
                <a:avLst/>
              </a:prstGeom>
              <a:noFill/>
              <a:ln w="2540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5244" name="Text Box 12">
              <a:extLst>
                <a:ext uri="{FF2B5EF4-FFF2-40B4-BE49-F238E27FC236}">
                  <a16:creationId xmlns:a16="http://schemas.microsoft.com/office/drawing/2014/main" id="{02502A2C-AD8A-44C4-8D71-5A212B9F7FBA}"/>
                </a:ext>
              </a:extLst>
            </p:cNvPr>
            <p:cNvSpPr txBox="1">
              <a:spLocks noChangeArrowheads="1"/>
            </p:cNvSpPr>
            <p:nvPr/>
          </p:nvSpPr>
          <p:spPr bwMode="auto">
            <a:xfrm>
              <a:off x="1056" y="2745"/>
              <a:ext cx="1103" cy="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ahoma" panose="020B0604030504040204" pitchFamily="34" charset="0"/>
                </a:rPr>
                <a:t>System Architecture</a:t>
              </a:r>
            </a:p>
          </p:txBody>
        </p:sp>
        <p:sp>
          <p:nvSpPr>
            <p:cNvPr id="95246" name="Text Box 14">
              <a:extLst>
                <a:ext uri="{FF2B5EF4-FFF2-40B4-BE49-F238E27FC236}">
                  <a16:creationId xmlns:a16="http://schemas.microsoft.com/office/drawing/2014/main" id="{54DC5F98-07A2-476F-BF8C-AAA0B7BCD084}"/>
                </a:ext>
              </a:extLst>
            </p:cNvPr>
            <p:cNvSpPr txBox="1">
              <a:spLocks noChangeArrowheads="1"/>
            </p:cNvSpPr>
            <p:nvPr/>
          </p:nvSpPr>
          <p:spPr bwMode="auto">
            <a:xfrm>
              <a:off x="1008" y="2976"/>
              <a:ext cx="1536" cy="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 typeface="Wingdings" panose="05000000000000000000" pitchFamily="2" charset="2"/>
                <a:buChar char="Ø"/>
              </a:pPr>
              <a:r>
                <a:rPr lang="en-US" altLang="en-US" sz="1600"/>
                <a:t>There’s a CPU, a RAM and an FPGA and they’re all connected</a:t>
              </a:r>
            </a:p>
            <a:p>
              <a:pPr>
                <a:buFont typeface="Wingdings" panose="05000000000000000000" pitchFamily="2" charset="2"/>
                <a:buNone/>
              </a:pPr>
              <a:r>
                <a:rPr lang="en-US" altLang="en-US" sz="1600"/>
                <a:t>     - The FPGA connects to the</a:t>
              </a:r>
            </a:p>
            <a:p>
              <a:pPr>
                <a:buFont typeface="Wingdings" panose="05000000000000000000" pitchFamily="2" charset="2"/>
                <a:buNone/>
              </a:pPr>
              <a:r>
                <a:rPr lang="en-US" altLang="en-US" sz="1600"/>
                <a:t>        CPU’s data cache</a:t>
              </a:r>
            </a:p>
            <a:p>
              <a:pPr>
                <a:buFont typeface="Wingdings" panose="05000000000000000000" pitchFamily="2" charset="2"/>
                <a:buNone/>
              </a:pPr>
              <a:r>
                <a:rPr lang="en-US" altLang="en-US" sz="1600"/>
                <a:t>     - The bus is 32 bits wide</a:t>
              </a:r>
            </a:p>
            <a:p>
              <a:pPr>
                <a:buFont typeface="Wingdings" panose="05000000000000000000" pitchFamily="2" charset="2"/>
                <a:buNone/>
              </a:pPr>
              <a:r>
                <a:rPr lang="en-US" altLang="en-US" sz="1600"/>
                <a:t>     - Blah blah blah blah</a:t>
              </a:r>
            </a:p>
            <a:p>
              <a:pPr>
                <a:buFont typeface="Wingdings" panose="05000000000000000000" pitchFamily="2" charset="2"/>
                <a:buChar char="Ø"/>
              </a:pPr>
              <a:r>
                <a:rPr lang="en-US" altLang="en-US" sz="1600"/>
                <a:t>You have to visualize it yourself</a:t>
              </a:r>
            </a:p>
          </p:txBody>
        </p:sp>
      </p:grpSp>
      <p:grpSp>
        <p:nvGrpSpPr>
          <p:cNvPr id="95278" name="Group 46">
            <a:extLst>
              <a:ext uri="{FF2B5EF4-FFF2-40B4-BE49-F238E27FC236}">
                <a16:creationId xmlns:a16="http://schemas.microsoft.com/office/drawing/2014/main" id="{2A05A451-42A7-496A-A980-D7670A7BA75C}"/>
              </a:ext>
            </a:extLst>
          </p:cNvPr>
          <p:cNvGrpSpPr>
            <a:grpSpLocks/>
          </p:cNvGrpSpPr>
          <p:nvPr/>
        </p:nvGrpSpPr>
        <p:grpSpPr bwMode="auto">
          <a:xfrm>
            <a:off x="4953000" y="3505200"/>
            <a:ext cx="3657600" cy="2895600"/>
            <a:chOff x="3120" y="2640"/>
            <a:chExt cx="1872" cy="1392"/>
          </a:xfrm>
        </p:grpSpPr>
        <p:sp>
          <p:nvSpPr>
            <p:cNvPr id="95248" name="Rectangle 16">
              <a:extLst>
                <a:ext uri="{FF2B5EF4-FFF2-40B4-BE49-F238E27FC236}">
                  <a16:creationId xmlns:a16="http://schemas.microsoft.com/office/drawing/2014/main" id="{33BCAD56-D401-4D5A-BE09-B4FD628F3640}"/>
                </a:ext>
              </a:extLst>
            </p:cNvPr>
            <p:cNvSpPr>
              <a:spLocks noChangeArrowheads="1"/>
            </p:cNvSpPr>
            <p:nvPr/>
          </p:nvSpPr>
          <p:spPr bwMode="auto">
            <a:xfrm>
              <a:off x="3120" y="2640"/>
              <a:ext cx="1872" cy="13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grpSp>
          <p:nvGrpSpPr>
            <p:cNvPr id="95249" name="Group 17">
              <a:extLst>
                <a:ext uri="{FF2B5EF4-FFF2-40B4-BE49-F238E27FC236}">
                  <a16:creationId xmlns:a16="http://schemas.microsoft.com/office/drawing/2014/main" id="{390CA323-4170-4BBA-999E-E4DCB2DA1583}"/>
                </a:ext>
              </a:extLst>
            </p:cNvPr>
            <p:cNvGrpSpPr>
              <a:grpSpLocks noChangeAspect="1"/>
            </p:cNvGrpSpPr>
            <p:nvPr/>
          </p:nvGrpSpPr>
          <p:grpSpPr bwMode="auto">
            <a:xfrm>
              <a:off x="3216" y="2717"/>
              <a:ext cx="1705" cy="1267"/>
              <a:chOff x="49" y="55"/>
              <a:chExt cx="5665" cy="4209"/>
            </a:xfrm>
          </p:grpSpPr>
          <p:sp>
            <p:nvSpPr>
              <p:cNvPr id="95250" name="Freeform 18">
                <a:extLst>
                  <a:ext uri="{FF2B5EF4-FFF2-40B4-BE49-F238E27FC236}">
                    <a16:creationId xmlns:a16="http://schemas.microsoft.com/office/drawing/2014/main" id="{175AA1A1-AA01-4F07-88C0-D03DC894A496}"/>
                  </a:ext>
                </a:extLst>
              </p:cNvPr>
              <p:cNvSpPr>
                <a:spLocks noChangeAspect="1"/>
              </p:cNvSpPr>
              <p:nvPr/>
            </p:nvSpPr>
            <p:spPr bwMode="auto">
              <a:xfrm>
                <a:off x="49" y="55"/>
                <a:ext cx="5665" cy="4209"/>
              </a:xfrm>
              <a:custGeom>
                <a:avLst/>
                <a:gdLst>
                  <a:gd name="T0" fmla="*/ 0 w 5665"/>
                  <a:gd name="T1" fmla="*/ 320 h 4209"/>
                  <a:gd name="T2" fmla="*/ 312 w 5665"/>
                  <a:gd name="T3" fmla="*/ 320 h 4209"/>
                  <a:gd name="T4" fmla="*/ 312 w 5665"/>
                  <a:gd name="T5" fmla="*/ 0 h 4209"/>
                  <a:gd name="T6" fmla="*/ 5336 w 5665"/>
                  <a:gd name="T7" fmla="*/ 0 h 4209"/>
                  <a:gd name="T8" fmla="*/ 5336 w 5665"/>
                  <a:gd name="T9" fmla="*/ 320 h 4209"/>
                  <a:gd name="T10" fmla="*/ 5664 w 5665"/>
                  <a:gd name="T11" fmla="*/ 320 h 4209"/>
                  <a:gd name="T12" fmla="*/ 5664 w 5665"/>
                  <a:gd name="T13" fmla="*/ 3888 h 4209"/>
                  <a:gd name="T14" fmla="*/ 5336 w 5665"/>
                  <a:gd name="T15" fmla="*/ 3888 h 4209"/>
                  <a:gd name="T16" fmla="*/ 5336 w 5665"/>
                  <a:gd name="T17" fmla="*/ 4208 h 4209"/>
                  <a:gd name="T18" fmla="*/ 312 w 5665"/>
                  <a:gd name="T19" fmla="*/ 4208 h 4209"/>
                  <a:gd name="T20" fmla="*/ 312 w 5665"/>
                  <a:gd name="T21" fmla="*/ 3888 h 4209"/>
                  <a:gd name="T22" fmla="*/ 0 w 5665"/>
                  <a:gd name="T23" fmla="*/ 3888 h 4209"/>
                  <a:gd name="T24" fmla="*/ 0 w 5665"/>
                  <a:gd name="T25" fmla="*/ 320 h 4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65" h="4209">
                    <a:moveTo>
                      <a:pt x="0" y="320"/>
                    </a:moveTo>
                    <a:lnTo>
                      <a:pt x="312" y="320"/>
                    </a:lnTo>
                    <a:lnTo>
                      <a:pt x="312" y="0"/>
                    </a:lnTo>
                    <a:lnTo>
                      <a:pt x="5336" y="0"/>
                    </a:lnTo>
                    <a:lnTo>
                      <a:pt x="5336" y="320"/>
                    </a:lnTo>
                    <a:lnTo>
                      <a:pt x="5664" y="320"/>
                    </a:lnTo>
                    <a:lnTo>
                      <a:pt x="5664" y="3888"/>
                    </a:lnTo>
                    <a:lnTo>
                      <a:pt x="5336" y="3888"/>
                    </a:lnTo>
                    <a:lnTo>
                      <a:pt x="5336" y="4208"/>
                    </a:lnTo>
                    <a:lnTo>
                      <a:pt x="312" y="4208"/>
                    </a:lnTo>
                    <a:lnTo>
                      <a:pt x="312" y="3888"/>
                    </a:lnTo>
                    <a:lnTo>
                      <a:pt x="0" y="3888"/>
                    </a:lnTo>
                    <a:lnTo>
                      <a:pt x="0" y="320"/>
                    </a:lnTo>
                  </a:path>
                </a:pathLst>
              </a:custGeom>
              <a:noFill/>
              <a:ln w="50800" cap="rnd" cmpd="sng">
                <a:solidFill>
                  <a:schemeClr val="accent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51" name="Freeform 19">
                <a:extLst>
                  <a:ext uri="{FF2B5EF4-FFF2-40B4-BE49-F238E27FC236}">
                    <a16:creationId xmlns:a16="http://schemas.microsoft.com/office/drawing/2014/main" id="{3A8D639D-6A11-4178-872C-3ADB97A62041}"/>
                  </a:ext>
                </a:extLst>
              </p:cNvPr>
              <p:cNvSpPr>
                <a:spLocks noChangeAspect="1"/>
              </p:cNvSpPr>
              <p:nvPr/>
            </p:nvSpPr>
            <p:spPr bwMode="auto">
              <a:xfrm>
                <a:off x="205" y="199"/>
                <a:ext cx="5353" cy="3921"/>
              </a:xfrm>
              <a:custGeom>
                <a:avLst/>
                <a:gdLst>
                  <a:gd name="T0" fmla="*/ 0 w 5353"/>
                  <a:gd name="T1" fmla="*/ 0 h 3921"/>
                  <a:gd name="T2" fmla="*/ 5352 w 5353"/>
                  <a:gd name="T3" fmla="*/ 0 h 3921"/>
                  <a:gd name="T4" fmla="*/ 5352 w 5353"/>
                  <a:gd name="T5" fmla="*/ 3920 h 3921"/>
                  <a:gd name="T6" fmla="*/ 0 w 5353"/>
                  <a:gd name="T7" fmla="*/ 3920 h 3921"/>
                  <a:gd name="T8" fmla="*/ 0 w 5353"/>
                  <a:gd name="T9" fmla="*/ 0 h 3921"/>
                </a:gdLst>
                <a:ahLst/>
                <a:cxnLst>
                  <a:cxn ang="0">
                    <a:pos x="T0" y="T1"/>
                  </a:cxn>
                  <a:cxn ang="0">
                    <a:pos x="T2" y="T3"/>
                  </a:cxn>
                  <a:cxn ang="0">
                    <a:pos x="T4" y="T5"/>
                  </a:cxn>
                  <a:cxn ang="0">
                    <a:pos x="T6" y="T7"/>
                  </a:cxn>
                  <a:cxn ang="0">
                    <a:pos x="T8" y="T9"/>
                  </a:cxn>
                </a:cxnLst>
                <a:rect l="0" t="0" r="r" b="b"/>
                <a:pathLst>
                  <a:path w="5353" h="3921">
                    <a:moveTo>
                      <a:pt x="0" y="0"/>
                    </a:moveTo>
                    <a:lnTo>
                      <a:pt x="5352" y="0"/>
                    </a:lnTo>
                    <a:lnTo>
                      <a:pt x="5352" y="3920"/>
                    </a:lnTo>
                    <a:lnTo>
                      <a:pt x="0" y="3920"/>
                    </a:lnTo>
                    <a:lnTo>
                      <a:pt x="0" y="0"/>
                    </a:lnTo>
                  </a:path>
                </a:pathLst>
              </a:custGeom>
              <a:noFill/>
              <a:ln w="12700" cap="rnd" cmpd="sng">
                <a:solidFill>
                  <a:schemeClr val="folHlink"/>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52" name="Line 20">
                <a:extLst>
                  <a:ext uri="{FF2B5EF4-FFF2-40B4-BE49-F238E27FC236}">
                    <a16:creationId xmlns:a16="http://schemas.microsoft.com/office/drawing/2014/main" id="{F2C78DC4-24F4-4492-8D7E-101C5B3D4787}"/>
                  </a:ext>
                </a:extLst>
              </p:cNvPr>
              <p:cNvSpPr>
                <a:spLocks noChangeAspect="1" noChangeShapeType="1"/>
              </p:cNvSpPr>
              <p:nvPr/>
            </p:nvSpPr>
            <p:spPr bwMode="auto">
              <a:xfrm>
                <a:off x="384" y="816"/>
                <a:ext cx="4992" cy="0"/>
              </a:xfrm>
              <a:prstGeom prst="line">
                <a:avLst/>
              </a:prstGeom>
              <a:noFill/>
              <a:ln w="2540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5253" name="Text Box 21">
              <a:extLst>
                <a:ext uri="{FF2B5EF4-FFF2-40B4-BE49-F238E27FC236}">
                  <a16:creationId xmlns:a16="http://schemas.microsoft.com/office/drawing/2014/main" id="{8D404A49-A628-4C7E-B13F-C2A6C3C20891}"/>
                </a:ext>
              </a:extLst>
            </p:cNvPr>
            <p:cNvSpPr txBox="1">
              <a:spLocks noChangeArrowheads="1"/>
            </p:cNvSpPr>
            <p:nvPr/>
          </p:nvSpPr>
          <p:spPr bwMode="auto">
            <a:xfrm>
              <a:off x="3360" y="2745"/>
              <a:ext cx="1125" cy="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ahoma" panose="020B0604030504040204" pitchFamily="34" charset="0"/>
                </a:rPr>
                <a:t>System Architecture</a:t>
              </a:r>
            </a:p>
          </p:txBody>
        </p:sp>
        <p:sp>
          <p:nvSpPr>
            <p:cNvPr id="95255" name="Rectangle 23">
              <a:extLst>
                <a:ext uri="{FF2B5EF4-FFF2-40B4-BE49-F238E27FC236}">
                  <a16:creationId xmlns:a16="http://schemas.microsoft.com/office/drawing/2014/main" id="{1C77C68D-3D43-476B-8723-095653650607}"/>
                </a:ext>
              </a:extLst>
            </p:cNvPr>
            <p:cNvSpPr>
              <a:spLocks noChangeArrowheads="1"/>
            </p:cNvSpPr>
            <p:nvPr/>
          </p:nvSpPr>
          <p:spPr bwMode="auto">
            <a:xfrm>
              <a:off x="3360" y="3024"/>
              <a:ext cx="384" cy="384"/>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t>CPU</a:t>
              </a:r>
            </a:p>
          </p:txBody>
        </p:sp>
        <p:sp>
          <p:nvSpPr>
            <p:cNvPr id="95256" name="Rectangle 24">
              <a:extLst>
                <a:ext uri="{FF2B5EF4-FFF2-40B4-BE49-F238E27FC236}">
                  <a16:creationId xmlns:a16="http://schemas.microsoft.com/office/drawing/2014/main" id="{A52D9F98-F56A-4C6F-9CED-2946DA3BF9F3}"/>
                </a:ext>
              </a:extLst>
            </p:cNvPr>
            <p:cNvSpPr>
              <a:spLocks noChangeArrowheads="1"/>
            </p:cNvSpPr>
            <p:nvPr/>
          </p:nvSpPr>
          <p:spPr bwMode="auto">
            <a:xfrm>
              <a:off x="3360" y="3504"/>
              <a:ext cx="384" cy="384"/>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800"/>
                <a:t>FPGA</a:t>
              </a:r>
            </a:p>
          </p:txBody>
        </p:sp>
        <p:sp>
          <p:nvSpPr>
            <p:cNvPr id="95257" name="Rectangle 25">
              <a:extLst>
                <a:ext uri="{FF2B5EF4-FFF2-40B4-BE49-F238E27FC236}">
                  <a16:creationId xmlns:a16="http://schemas.microsoft.com/office/drawing/2014/main" id="{D6FF161D-3CFD-4454-A20C-8C9A39F2DED0}"/>
                </a:ext>
              </a:extLst>
            </p:cNvPr>
            <p:cNvSpPr>
              <a:spLocks noChangeArrowheads="1"/>
            </p:cNvSpPr>
            <p:nvPr/>
          </p:nvSpPr>
          <p:spPr bwMode="auto">
            <a:xfrm>
              <a:off x="3936" y="3024"/>
              <a:ext cx="192" cy="864"/>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altLang="en-US" sz="1800"/>
                <a:t>data cache</a:t>
              </a:r>
            </a:p>
          </p:txBody>
        </p:sp>
        <p:sp>
          <p:nvSpPr>
            <p:cNvPr id="95258" name="Rectangle 26">
              <a:extLst>
                <a:ext uri="{FF2B5EF4-FFF2-40B4-BE49-F238E27FC236}">
                  <a16:creationId xmlns:a16="http://schemas.microsoft.com/office/drawing/2014/main" id="{DC10CE8C-43E7-423B-BCF4-D55A45D2BE24}"/>
                </a:ext>
              </a:extLst>
            </p:cNvPr>
            <p:cNvSpPr>
              <a:spLocks noChangeArrowheads="1"/>
            </p:cNvSpPr>
            <p:nvPr/>
          </p:nvSpPr>
          <p:spPr bwMode="auto">
            <a:xfrm>
              <a:off x="4320" y="3024"/>
              <a:ext cx="432" cy="864"/>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r>
                <a:rPr lang="en-US" altLang="en-US" sz="2000"/>
                <a:t>main</a:t>
              </a:r>
            </a:p>
            <a:p>
              <a:pPr algn="ctr"/>
              <a:r>
                <a:rPr lang="en-US" altLang="en-US" sz="2000"/>
                <a:t>memory</a:t>
              </a:r>
            </a:p>
          </p:txBody>
        </p:sp>
        <p:sp>
          <p:nvSpPr>
            <p:cNvPr id="95260" name="Line 28">
              <a:extLst>
                <a:ext uri="{FF2B5EF4-FFF2-40B4-BE49-F238E27FC236}">
                  <a16:creationId xmlns:a16="http://schemas.microsoft.com/office/drawing/2014/main" id="{8CE74916-E6FB-4034-8094-51BF85602243}"/>
                </a:ext>
              </a:extLst>
            </p:cNvPr>
            <p:cNvSpPr>
              <a:spLocks noChangeShapeType="1"/>
            </p:cNvSpPr>
            <p:nvPr/>
          </p:nvSpPr>
          <p:spPr bwMode="auto">
            <a:xfrm>
              <a:off x="3744" y="3168"/>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1" name="Line 29">
              <a:extLst>
                <a:ext uri="{FF2B5EF4-FFF2-40B4-BE49-F238E27FC236}">
                  <a16:creationId xmlns:a16="http://schemas.microsoft.com/office/drawing/2014/main" id="{52C4B2ED-D1E7-436B-B1C3-C68700A7AD1D}"/>
                </a:ext>
              </a:extLst>
            </p:cNvPr>
            <p:cNvSpPr>
              <a:spLocks noChangeShapeType="1"/>
            </p:cNvSpPr>
            <p:nvPr/>
          </p:nvSpPr>
          <p:spPr bwMode="auto">
            <a:xfrm flipH="1">
              <a:off x="3744" y="3264"/>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3" name="Line 31">
              <a:extLst>
                <a:ext uri="{FF2B5EF4-FFF2-40B4-BE49-F238E27FC236}">
                  <a16:creationId xmlns:a16="http://schemas.microsoft.com/office/drawing/2014/main" id="{B7147359-4ED5-4A91-9BC0-D126BEE4B38F}"/>
                </a:ext>
              </a:extLst>
            </p:cNvPr>
            <p:cNvSpPr>
              <a:spLocks noChangeShapeType="1"/>
            </p:cNvSpPr>
            <p:nvPr/>
          </p:nvSpPr>
          <p:spPr bwMode="auto">
            <a:xfrm>
              <a:off x="4128" y="3408"/>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6" name="Line 34">
              <a:extLst>
                <a:ext uri="{FF2B5EF4-FFF2-40B4-BE49-F238E27FC236}">
                  <a16:creationId xmlns:a16="http://schemas.microsoft.com/office/drawing/2014/main" id="{070EE03D-2828-428C-9557-901F9B7C3A8C}"/>
                </a:ext>
              </a:extLst>
            </p:cNvPr>
            <p:cNvSpPr>
              <a:spLocks noChangeShapeType="1"/>
            </p:cNvSpPr>
            <p:nvPr/>
          </p:nvSpPr>
          <p:spPr bwMode="auto">
            <a:xfrm>
              <a:off x="3744" y="3648"/>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7" name="Line 35">
              <a:extLst>
                <a:ext uri="{FF2B5EF4-FFF2-40B4-BE49-F238E27FC236}">
                  <a16:creationId xmlns:a16="http://schemas.microsoft.com/office/drawing/2014/main" id="{C0B62713-0C7A-4A98-8883-BFA666EA6836}"/>
                </a:ext>
              </a:extLst>
            </p:cNvPr>
            <p:cNvSpPr>
              <a:spLocks noChangeShapeType="1"/>
            </p:cNvSpPr>
            <p:nvPr/>
          </p:nvSpPr>
          <p:spPr bwMode="auto">
            <a:xfrm flipH="1">
              <a:off x="3744" y="3744"/>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8" name="Line 36">
              <a:extLst>
                <a:ext uri="{FF2B5EF4-FFF2-40B4-BE49-F238E27FC236}">
                  <a16:creationId xmlns:a16="http://schemas.microsoft.com/office/drawing/2014/main" id="{D4F6C164-3F0C-45AA-8876-612E5D69B2B1}"/>
                </a:ext>
              </a:extLst>
            </p:cNvPr>
            <p:cNvSpPr>
              <a:spLocks noChangeShapeType="1"/>
            </p:cNvSpPr>
            <p:nvPr/>
          </p:nvSpPr>
          <p:spPr bwMode="auto">
            <a:xfrm flipH="1">
              <a:off x="4128" y="3504"/>
              <a:ext cx="192"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69" name="Text Box 37">
              <a:extLst>
                <a:ext uri="{FF2B5EF4-FFF2-40B4-BE49-F238E27FC236}">
                  <a16:creationId xmlns:a16="http://schemas.microsoft.com/office/drawing/2014/main" id="{3F854B76-999A-4E29-8EEE-BC8337E630FF}"/>
                </a:ext>
              </a:extLst>
            </p:cNvPr>
            <p:cNvSpPr txBox="1">
              <a:spLocks noChangeArrowheads="1"/>
            </p:cNvSpPr>
            <p:nvPr/>
          </p:nvSpPr>
          <p:spPr bwMode="auto">
            <a:xfrm>
              <a:off x="3724" y="3360"/>
              <a:ext cx="211"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32</a:t>
              </a:r>
            </a:p>
          </p:txBody>
        </p:sp>
        <p:sp>
          <p:nvSpPr>
            <p:cNvPr id="95270" name="Text Box 38">
              <a:extLst>
                <a:ext uri="{FF2B5EF4-FFF2-40B4-BE49-F238E27FC236}">
                  <a16:creationId xmlns:a16="http://schemas.microsoft.com/office/drawing/2014/main" id="{930BE169-B21C-40A4-AED3-A686EA308AF7}"/>
                </a:ext>
              </a:extLst>
            </p:cNvPr>
            <p:cNvSpPr txBox="1">
              <a:spLocks noChangeArrowheads="1"/>
            </p:cNvSpPr>
            <p:nvPr/>
          </p:nvSpPr>
          <p:spPr bwMode="auto">
            <a:xfrm>
              <a:off x="4108" y="3168"/>
              <a:ext cx="211" cy="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32</a:t>
              </a:r>
            </a:p>
          </p:txBody>
        </p:sp>
        <p:sp>
          <p:nvSpPr>
            <p:cNvPr id="95271" name="Line 39">
              <a:extLst>
                <a:ext uri="{FF2B5EF4-FFF2-40B4-BE49-F238E27FC236}">
                  <a16:creationId xmlns:a16="http://schemas.microsoft.com/office/drawing/2014/main" id="{E9C36E0C-AA15-408A-BB09-93E61567FEA9}"/>
                </a:ext>
              </a:extLst>
            </p:cNvPr>
            <p:cNvSpPr>
              <a:spLocks noChangeShapeType="1"/>
            </p:cNvSpPr>
            <p:nvPr/>
          </p:nvSpPr>
          <p:spPr bwMode="auto">
            <a:xfrm flipH="1">
              <a:off x="3840" y="3216"/>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72" name="Line 40">
              <a:extLst>
                <a:ext uri="{FF2B5EF4-FFF2-40B4-BE49-F238E27FC236}">
                  <a16:creationId xmlns:a16="http://schemas.microsoft.com/office/drawing/2014/main" id="{504A3C65-6777-4815-AE79-788ABFEE678F}"/>
                </a:ext>
              </a:extLst>
            </p:cNvPr>
            <p:cNvSpPr>
              <a:spLocks noChangeShapeType="1"/>
            </p:cNvSpPr>
            <p:nvPr/>
          </p:nvSpPr>
          <p:spPr bwMode="auto">
            <a:xfrm flipH="1">
              <a:off x="3792" y="3120"/>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73" name="Line 41">
              <a:extLst>
                <a:ext uri="{FF2B5EF4-FFF2-40B4-BE49-F238E27FC236}">
                  <a16:creationId xmlns:a16="http://schemas.microsoft.com/office/drawing/2014/main" id="{9CDE3AB2-4A7F-4B1B-A7A9-56993A560C71}"/>
                </a:ext>
              </a:extLst>
            </p:cNvPr>
            <p:cNvSpPr>
              <a:spLocks noChangeShapeType="1"/>
            </p:cNvSpPr>
            <p:nvPr/>
          </p:nvSpPr>
          <p:spPr bwMode="auto">
            <a:xfrm flipH="1">
              <a:off x="3792" y="3600"/>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74" name="Line 42">
              <a:extLst>
                <a:ext uri="{FF2B5EF4-FFF2-40B4-BE49-F238E27FC236}">
                  <a16:creationId xmlns:a16="http://schemas.microsoft.com/office/drawing/2014/main" id="{13861F26-1B2D-4EB5-8B84-E9B385B4F5B0}"/>
                </a:ext>
              </a:extLst>
            </p:cNvPr>
            <p:cNvSpPr>
              <a:spLocks noChangeShapeType="1"/>
            </p:cNvSpPr>
            <p:nvPr/>
          </p:nvSpPr>
          <p:spPr bwMode="auto">
            <a:xfrm flipH="1">
              <a:off x="3840" y="3696"/>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75" name="Line 43">
              <a:extLst>
                <a:ext uri="{FF2B5EF4-FFF2-40B4-BE49-F238E27FC236}">
                  <a16:creationId xmlns:a16="http://schemas.microsoft.com/office/drawing/2014/main" id="{53D64821-108F-4236-961C-439EE3F47B1B}"/>
                </a:ext>
              </a:extLst>
            </p:cNvPr>
            <p:cNvSpPr>
              <a:spLocks noChangeShapeType="1"/>
            </p:cNvSpPr>
            <p:nvPr/>
          </p:nvSpPr>
          <p:spPr bwMode="auto">
            <a:xfrm flipH="1">
              <a:off x="4224" y="3456"/>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76" name="Line 44">
              <a:extLst>
                <a:ext uri="{FF2B5EF4-FFF2-40B4-BE49-F238E27FC236}">
                  <a16:creationId xmlns:a16="http://schemas.microsoft.com/office/drawing/2014/main" id="{0FF4ED32-B60D-4F62-BC69-187F4D74C7FC}"/>
                </a:ext>
              </a:extLst>
            </p:cNvPr>
            <p:cNvSpPr>
              <a:spLocks noChangeShapeType="1"/>
            </p:cNvSpPr>
            <p:nvPr/>
          </p:nvSpPr>
          <p:spPr bwMode="auto">
            <a:xfrm flipH="1">
              <a:off x="4176" y="3360"/>
              <a:ext cx="48"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5EB4DDD1-19FD-41F0-8375-B27F523EF4EA}"/>
              </a:ext>
            </a:extLst>
          </p:cNvPr>
          <p:cNvSpPr>
            <a:spLocks noChangeArrowheads="1"/>
          </p:cNvSpPr>
          <p:nvPr/>
        </p:nvSpPr>
        <p:spPr bwMode="auto">
          <a:xfrm>
            <a:off x="5334000" y="2133600"/>
            <a:ext cx="1828800" cy="10668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59" name="Rectangle 3">
            <a:extLst>
              <a:ext uri="{FF2B5EF4-FFF2-40B4-BE49-F238E27FC236}">
                <a16:creationId xmlns:a16="http://schemas.microsoft.com/office/drawing/2014/main" id="{2E3C73F3-2803-43E5-A3E1-A13B10DFD3A3}"/>
              </a:ext>
            </a:extLst>
          </p:cNvPr>
          <p:cNvSpPr>
            <a:spLocks noChangeArrowheads="1"/>
          </p:cNvSpPr>
          <p:nvPr/>
        </p:nvSpPr>
        <p:spPr bwMode="auto">
          <a:xfrm>
            <a:off x="1600200" y="2971800"/>
            <a:ext cx="1524000" cy="9144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60" name="Rectangle 4">
            <a:extLst>
              <a:ext uri="{FF2B5EF4-FFF2-40B4-BE49-F238E27FC236}">
                <a16:creationId xmlns:a16="http://schemas.microsoft.com/office/drawing/2014/main" id="{69822803-47AC-4C00-A376-A478DE4A7DDD}"/>
              </a:ext>
            </a:extLst>
          </p:cNvPr>
          <p:cNvSpPr>
            <a:spLocks noChangeArrowheads="1"/>
          </p:cNvSpPr>
          <p:nvPr/>
        </p:nvSpPr>
        <p:spPr bwMode="auto">
          <a:xfrm>
            <a:off x="1600200" y="2057400"/>
            <a:ext cx="1524000" cy="6096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61" name="Rectangle 5">
            <a:extLst>
              <a:ext uri="{FF2B5EF4-FFF2-40B4-BE49-F238E27FC236}">
                <a16:creationId xmlns:a16="http://schemas.microsoft.com/office/drawing/2014/main" id="{E653C2D3-D4BF-4994-9430-411C41EE440C}"/>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Example Diagrams</a:t>
            </a:r>
          </a:p>
        </p:txBody>
      </p:sp>
      <p:sp>
        <p:nvSpPr>
          <p:cNvPr id="96262" name="Rectangle 6">
            <a:extLst>
              <a:ext uri="{FF2B5EF4-FFF2-40B4-BE49-F238E27FC236}">
                <a16:creationId xmlns:a16="http://schemas.microsoft.com/office/drawing/2014/main" id="{4EFF5151-7A6F-4354-9A09-8B4BDDC49CDE}"/>
              </a:ext>
            </a:extLst>
          </p:cNvPr>
          <p:cNvSpPr>
            <a:spLocks noGrp="1" noChangeArrowheads="1"/>
          </p:cNvSpPr>
          <p:nvPr>
            <p:ph type="body" idx="1"/>
          </p:nvPr>
        </p:nvSpPr>
        <p:spPr/>
        <p:txBody>
          <a:bodyPr/>
          <a:lstStyle/>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Compute-intensive sections on hardware</a:t>
            </a:r>
          </a:p>
          <a:p>
            <a:r>
              <a:rPr lang="en-US" altLang="en-US" dirty="0">
                <a:latin typeface="Arial" panose="020B0604020202020204" pitchFamily="34" charset="0"/>
                <a:cs typeface="Arial" panose="020B0604020202020204" pitchFamily="34" charset="0"/>
              </a:rPr>
              <a:t>Hardware reconfigured for each</a:t>
            </a:r>
          </a:p>
        </p:txBody>
      </p:sp>
      <p:sp>
        <p:nvSpPr>
          <p:cNvPr id="96263" name="Rectangle 7">
            <a:extLst>
              <a:ext uri="{FF2B5EF4-FFF2-40B4-BE49-F238E27FC236}">
                <a16:creationId xmlns:a16="http://schemas.microsoft.com/office/drawing/2014/main" id="{B14F5A3A-F6B6-450F-85AD-D7FBDCF8B68E}"/>
              </a:ext>
            </a:extLst>
          </p:cNvPr>
          <p:cNvSpPr>
            <a:spLocks noChangeArrowheads="1"/>
          </p:cNvSpPr>
          <p:nvPr/>
        </p:nvSpPr>
        <p:spPr bwMode="auto">
          <a:xfrm>
            <a:off x="1600200" y="1752600"/>
            <a:ext cx="1524000" cy="2133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800">
                <a:latin typeface="Times New Roman" panose="02020603050405020304" pitchFamily="18" charset="0"/>
                <a:cs typeface="Arial" panose="020B0604020202020204" pitchFamily="34" charset="0"/>
              </a:rPr>
              <a:t>wwwwwwwwwww</a:t>
            </a:r>
          </a:p>
          <a:p>
            <a:r>
              <a:rPr lang="en-US" altLang="en-US" sz="800">
                <a:latin typeface="Times New Roman" panose="02020603050405020304" pitchFamily="18" charset="0"/>
                <a:cs typeface="Arial" panose="020B0604020202020204" pitchFamily="34" charset="0"/>
              </a:rPr>
              <a:t>wwwwwwwwwww</a:t>
            </a:r>
          </a:p>
          <a:p>
            <a:r>
              <a:rPr lang="en-US" altLang="en-US" sz="800">
                <a:latin typeface="Times New Roman" panose="02020603050405020304" pitchFamily="18" charset="0"/>
                <a:cs typeface="Arial" panose="020B0604020202020204" pitchFamily="34" charset="0"/>
              </a:rPr>
              <a:t>wwwwwwwww</a:t>
            </a:r>
          </a:p>
          <a:p>
            <a:r>
              <a:rPr lang="en-US" altLang="en-US" sz="800">
                <a:latin typeface="Times New Roman" panose="02020603050405020304" pitchFamily="18" charset="0"/>
                <a:cs typeface="Arial" panose="020B0604020202020204" pitchFamily="34" charset="0"/>
              </a:rPr>
              <a:t>   wwwwwwwwwwwwwww</a:t>
            </a:r>
          </a:p>
          <a:p>
            <a:r>
              <a:rPr lang="en-US" altLang="en-US" sz="800">
                <a:latin typeface="Times New Roman" panose="02020603050405020304" pitchFamily="18" charset="0"/>
                <a:cs typeface="Arial" panose="020B0604020202020204" pitchFamily="34" charset="0"/>
              </a:rPr>
              <a:t>   wwwwwwwwww</a:t>
            </a:r>
          </a:p>
          <a:p>
            <a:r>
              <a:rPr lang="en-US" altLang="en-US" sz="800">
                <a:latin typeface="Times New Roman" panose="02020603050405020304" pitchFamily="18" charset="0"/>
                <a:cs typeface="Arial" panose="020B0604020202020204" pitchFamily="34" charset="0"/>
              </a:rPr>
              <a:t>   wwwwwwwwwwwwww</a:t>
            </a:r>
          </a:p>
          <a:p>
            <a:r>
              <a:rPr lang="en-US" altLang="en-US" sz="800">
                <a:latin typeface="Times New Roman" panose="02020603050405020304" pitchFamily="18" charset="0"/>
                <a:cs typeface="Arial" panose="020B0604020202020204" pitchFamily="34" charset="0"/>
              </a:rPr>
              <a:t>w</a:t>
            </a:r>
          </a:p>
          <a:p>
            <a:endParaRPr lang="en-US" altLang="en-US" sz="800">
              <a:latin typeface="Times New Roman" panose="02020603050405020304" pitchFamily="18" charset="0"/>
              <a:cs typeface="Arial" panose="020B0604020202020204" pitchFamily="34" charset="0"/>
            </a:endParaRPr>
          </a:p>
          <a:p>
            <a:r>
              <a:rPr lang="en-US" altLang="en-US" sz="800">
                <a:latin typeface="Times New Roman" panose="02020603050405020304" pitchFamily="18" charset="0"/>
                <a:cs typeface="Arial" panose="020B0604020202020204" pitchFamily="34" charset="0"/>
              </a:rPr>
              <a:t>wwwwwwwwwwwwwww</a:t>
            </a:r>
          </a:p>
          <a:p>
            <a:r>
              <a:rPr lang="en-US" altLang="en-US" sz="800">
                <a:latin typeface="Times New Roman" panose="02020603050405020304" pitchFamily="18" charset="0"/>
                <a:cs typeface="Arial" panose="020B0604020202020204" pitchFamily="34" charset="0"/>
              </a:rPr>
              <a:t>wwwwwwwwww</a:t>
            </a:r>
          </a:p>
          <a:p>
            <a:r>
              <a:rPr lang="en-US" altLang="en-US" sz="800">
                <a:latin typeface="Times New Roman" panose="02020603050405020304" pitchFamily="18" charset="0"/>
                <a:cs typeface="Arial" panose="020B0604020202020204" pitchFamily="34" charset="0"/>
              </a:rPr>
              <a:t>wwwwwwwwwwwww</a:t>
            </a:r>
          </a:p>
          <a:p>
            <a:r>
              <a:rPr lang="en-US" altLang="en-US" sz="800">
                <a:latin typeface="Times New Roman" panose="02020603050405020304" pitchFamily="18" charset="0"/>
                <a:cs typeface="Arial" panose="020B0604020202020204" pitchFamily="34" charset="0"/>
              </a:rPr>
              <a:t>   wwwwwwwwwwwwww</a:t>
            </a:r>
          </a:p>
          <a:p>
            <a:r>
              <a:rPr lang="en-US" altLang="en-US" sz="800">
                <a:latin typeface="Times New Roman" panose="02020603050405020304" pitchFamily="18" charset="0"/>
                <a:cs typeface="Arial" panose="020B0604020202020204" pitchFamily="34" charset="0"/>
              </a:rPr>
              <a:t>      wwwwwwwwww</a:t>
            </a:r>
          </a:p>
          <a:p>
            <a:r>
              <a:rPr lang="en-US" altLang="en-US" sz="800">
                <a:latin typeface="Times New Roman" panose="02020603050405020304" pitchFamily="18" charset="0"/>
                <a:cs typeface="Arial" panose="020B0604020202020204" pitchFamily="34" charset="0"/>
              </a:rPr>
              <a:t>      wwwwww</a:t>
            </a:r>
          </a:p>
          <a:p>
            <a:r>
              <a:rPr lang="en-US" altLang="en-US" sz="800">
                <a:latin typeface="Times New Roman" panose="02020603050405020304" pitchFamily="18" charset="0"/>
                <a:cs typeface="Arial" panose="020B0604020202020204" pitchFamily="34" charset="0"/>
              </a:rPr>
              <a:t>      wwwwwwwwwwwww</a:t>
            </a:r>
          </a:p>
          <a:p>
            <a:r>
              <a:rPr lang="en-US" altLang="en-US" sz="800">
                <a:latin typeface="Times New Roman" panose="02020603050405020304" pitchFamily="18" charset="0"/>
                <a:cs typeface="Arial" panose="020B0604020202020204" pitchFamily="34" charset="0"/>
              </a:rPr>
              <a:t>   w</a:t>
            </a:r>
          </a:p>
          <a:p>
            <a:r>
              <a:rPr lang="en-US" altLang="en-US" sz="800">
                <a:latin typeface="Times New Roman" panose="02020603050405020304" pitchFamily="18" charset="0"/>
                <a:cs typeface="Arial" panose="020B0604020202020204" pitchFamily="34" charset="0"/>
              </a:rPr>
              <a:t>w</a:t>
            </a:r>
          </a:p>
        </p:txBody>
      </p:sp>
      <p:sp>
        <p:nvSpPr>
          <p:cNvPr id="96264" name="Text Box 8">
            <a:extLst>
              <a:ext uri="{FF2B5EF4-FFF2-40B4-BE49-F238E27FC236}">
                <a16:creationId xmlns:a16="http://schemas.microsoft.com/office/drawing/2014/main" id="{2DEEDAB3-C676-481C-8F1E-8E96AEE0FE82}"/>
              </a:ext>
            </a:extLst>
          </p:cNvPr>
          <p:cNvSpPr txBox="1">
            <a:spLocks noChangeArrowheads="1"/>
          </p:cNvSpPr>
          <p:nvPr/>
        </p:nvSpPr>
        <p:spPr bwMode="auto">
          <a:xfrm>
            <a:off x="1519238" y="3810000"/>
            <a:ext cx="1681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cs typeface="Arial" panose="020B0604020202020204" pitchFamily="34" charset="0"/>
              </a:rPr>
              <a:t>Source code</a:t>
            </a:r>
          </a:p>
        </p:txBody>
      </p:sp>
      <p:sp>
        <p:nvSpPr>
          <p:cNvPr id="96265" name="Rectangle 9" descr="Small grid">
            <a:extLst>
              <a:ext uri="{FF2B5EF4-FFF2-40B4-BE49-F238E27FC236}">
                <a16:creationId xmlns:a16="http://schemas.microsoft.com/office/drawing/2014/main" id="{BB25B9F4-4B4E-4B62-8549-7C073C748E69}"/>
              </a:ext>
            </a:extLst>
          </p:cNvPr>
          <p:cNvSpPr>
            <a:spLocks noChangeArrowheads="1"/>
          </p:cNvSpPr>
          <p:nvPr/>
        </p:nvSpPr>
        <p:spPr bwMode="auto">
          <a:xfrm>
            <a:off x="5334000" y="1981200"/>
            <a:ext cx="1981200" cy="1828800"/>
          </a:xfrm>
          <a:prstGeom prst="rect">
            <a:avLst/>
          </a:prstGeom>
          <a:noFill/>
          <a:ln w="9525">
            <a:solidFill>
              <a:schemeClr val="tx1"/>
            </a:solidFill>
            <a:miter lim="800000"/>
            <a:headEnd/>
            <a:tailEnd/>
          </a:ln>
          <a:effectLst/>
          <a:extLst>
            <a:ext uri="{909E8E84-426E-40DD-AFC4-6F175D3DCCD1}">
              <a14:hiddenFill xmlns:a14="http://schemas.microsoft.com/office/drawing/2010/main">
                <a:pattFill prst="smGrid">
                  <a:fgClr>
                    <a:srgbClr val="5F5F5F"/>
                  </a:fgClr>
                  <a:bgClr>
                    <a:schemeClr val="bg1"/>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66" name="Line 10">
            <a:extLst>
              <a:ext uri="{FF2B5EF4-FFF2-40B4-BE49-F238E27FC236}">
                <a16:creationId xmlns:a16="http://schemas.microsoft.com/office/drawing/2014/main" id="{72C4BDA5-7201-44CB-85E0-5130E56FBE56}"/>
              </a:ext>
            </a:extLst>
          </p:cNvPr>
          <p:cNvSpPr>
            <a:spLocks noChangeShapeType="1"/>
          </p:cNvSpPr>
          <p:nvPr/>
        </p:nvSpPr>
        <p:spPr bwMode="auto">
          <a:xfrm>
            <a:off x="5486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67" name="Line 11">
            <a:extLst>
              <a:ext uri="{FF2B5EF4-FFF2-40B4-BE49-F238E27FC236}">
                <a16:creationId xmlns:a16="http://schemas.microsoft.com/office/drawing/2014/main" id="{6FA169F2-9493-46C8-8179-7F59796292A9}"/>
              </a:ext>
            </a:extLst>
          </p:cNvPr>
          <p:cNvSpPr>
            <a:spLocks noChangeShapeType="1"/>
          </p:cNvSpPr>
          <p:nvPr/>
        </p:nvSpPr>
        <p:spPr bwMode="auto">
          <a:xfrm>
            <a:off x="5638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68" name="Line 12">
            <a:extLst>
              <a:ext uri="{FF2B5EF4-FFF2-40B4-BE49-F238E27FC236}">
                <a16:creationId xmlns:a16="http://schemas.microsoft.com/office/drawing/2014/main" id="{7AD738A7-643D-4A87-B67F-A4186D8050FB}"/>
              </a:ext>
            </a:extLst>
          </p:cNvPr>
          <p:cNvSpPr>
            <a:spLocks noChangeShapeType="1"/>
          </p:cNvSpPr>
          <p:nvPr/>
        </p:nvSpPr>
        <p:spPr bwMode="auto">
          <a:xfrm>
            <a:off x="57912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69" name="Line 13">
            <a:extLst>
              <a:ext uri="{FF2B5EF4-FFF2-40B4-BE49-F238E27FC236}">
                <a16:creationId xmlns:a16="http://schemas.microsoft.com/office/drawing/2014/main" id="{FF8E278C-574B-4FB5-82E9-140DCF0D69CE}"/>
              </a:ext>
            </a:extLst>
          </p:cNvPr>
          <p:cNvSpPr>
            <a:spLocks noChangeShapeType="1"/>
          </p:cNvSpPr>
          <p:nvPr/>
        </p:nvSpPr>
        <p:spPr bwMode="auto">
          <a:xfrm>
            <a:off x="59436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0" name="Line 14">
            <a:extLst>
              <a:ext uri="{FF2B5EF4-FFF2-40B4-BE49-F238E27FC236}">
                <a16:creationId xmlns:a16="http://schemas.microsoft.com/office/drawing/2014/main" id="{C799371A-DDB3-4FC7-9AED-5015B7EA3DD2}"/>
              </a:ext>
            </a:extLst>
          </p:cNvPr>
          <p:cNvSpPr>
            <a:spLocks noChangeShapeType="1"/>
          </p:cNvSpPr>
          <p:nvPr/>
        </p:nvSpPr>
        <p:spPr bwMode="auto">
          <a:xfrm>
            <a:off x="60960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1" name="Line 15">
            <a:extLst>
              <a:ext uri="{FF2B5EF4-FFF2-40B4-BE49-F238E27FC236}">
                <a16:creationId xmlns:a16="http://schemas.microsoft.com/office/drawing/2014/main" id="{3E86ADE2-6886-47F2-A8E6-72DECF45CBFF}"/>
              </a:ext>
            </a:extLst>
          </p:cNvPr>
          <p:cNvSpPr>
            <a:spLocks noChangeShapeType="1"/>
          </p:cNvSpPr>
          <p:nvPr/>
        </p:nvSpPr>
        <p:spPr bwMode="auto">
          <a:xfrm>
            <a:off x="6248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2" name="Line 16">
            <a:extLst>
              <a:ext uri="{FF2B5EF4-FFF2-40B4-BE49-F238E27FC236}">
                <a16:creationId xmlns:a16="http://schemas.microsoft.com/office/drawing/2014/main" id="{707D9804-19B1-4CCD-87C1-C59E10A9EEFC}"/>
              </a:ext>
            </a:extLst>
          </p:cNvPr>
          <p:cNvSpPr>
            <a:spLocks noChangeShapeType="1"/>
          </p:cNvSpPr>
          <p:nvPr/>
        </p:nvSpPr>
        <p:spPr bwMode="auto">
          <a:xfrm>
            <a:off x="6400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3" name="Line 17">
            <a:extLst>
              <a:ext uri="{FF2B5EF4-FFF2-40B4-BE49-F238E27FC236}">
                <a16:creationId xmlns:a16="http://schemas.microsoft.com/office/drawing/2014/main" id="{99611EBB-BF7E-41E1-851C-D934029407BC}"/>
              </a:ext>
            </a:extLst>
          </p:cNvPr>
          <p:cNvSpPr>
            <a:spLocks noChangeShapeType="1"/>
          </p:cNvSpPr>
          <p:nvPr/>
        </p:nvSpPr>
        <p:spPr bwMode="auto">
          <a:xfrm>
            <a:off x="65532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4" name="Line 18">
            <a:extLst>
              <a:ext uri="{FF2B5EF4-FFF2-40B4-BE49-F238E27FC236}">
                <a16:creationId xmlns:a16="http://schemas.microsoft.com/office/drawing/2014/main" id="{E994CBA7-7DE9-48AF-BE79-885AF720BBDF}"/>
              </a:ext>
            </a:extLst>
          </p:cNvPr>
          <p:cNvSpPr>
            <a:spLocks noChangeShapeType="1"/>
          </p:cNvSpPr>
          <p:nvPr/>
        </p:nvSpPr>
        <p:spPr bwMode="auto">
          <a:xfrm>
            <a:off x="67056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5" name="Line 19">
            <a:extLst>
              <a:ext uri="{FF2B5EF4-FFF2-40B4-BE49-F238E27FC236}">
                <a16:creationId xmlns:a16="http://schemas.microsoft.com/office/drawing/2014/main" id="{9021B84C-4CD9-4DBD-8342-E987B79128DE}"/>
              </a:ext>
            </a:extLst>
          </p:cNvPr>
          <p:cNvSpPr>
            <a:spLocks noChangeShapeType="1"/>
          </p:cNvSpPr>
          <p:nvPr/>
        </p:nvSpPr>
        <p:spPr bwMode="auto">
          <a:xfrm>
            <a:off x="68580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6" name="Line 20">
            <a:extLst>
              <a:ext uri="{FF2B5EF4-FFF2-40B4-BE49-F238E27FC236}">
                <a16:creationId xmlns:a16="http://schemas.microsoft.com/office/drawing/2014/main" id="{FCD1F5F5-0543-407D-85BF-1C999EC71F8D}"/>
              </a:ext>
            </a:extLst>
          </p:cNvPr>
          <p:cNvSpPr>
            <a:spLocks noChangeShapeType="1"/>
          </p:cNvSpPr>
          <p:nvPr/>
        </p:nvSpPr>
        <p:spPr bwMode="auto">
          <a:xfrm>
            <a:off x="7010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7" name="Line 21">
            <a:extLst>
              <a:ext uri="{FF2B5EF4-FFF2-40B4-BE49-F238E27FC236}">
                <a16:creationId xmlns:a16="http://schemas.microsoft.com/office/drawing/2014/main" id="{4FF0ACCA-9AD3-4EBF-9B11-BADFEE9AF013}"/>
              </a:ext>
            </a:extLst>
          </p:cNvPr>
          <p:cNvSpPr>
            <a:spLocks noChangeShapeType="1"/>
          </p:cNvSpPr>
          <p:nvPr/>
        </p:nvSpPr>
        <p:spPr bwMode="auto">
          <a:xfrm>
            <a:off x="7162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8" name="Line 22">
            <a:extLst>
              <a:ext uri="{FF2B5EF4-FFF2-40B4-BE49-F238E27FC236}">
                <a16:creationId xmlns:a16="http://schemas.microsoft.com/office/drawing/2014/main" id="{281A2513-BD37-4927-A23D-3374FC74C81D}"/>
              </a:ext>
            </a:extLst>
          </p:cNvPr>
          <p:cNvSpPr>
            <a:spLocks noChangeShapeType="1"/>
          </p:cNvSpPr>
          <p:nvPr/>
        </p:nvSpPr>
        <p:spPr bwMode="auto">
          <a:xfrm>
            <a:off x="5334000" y="2133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9" name="Line 23">
            <a:extLst>
              <a:ext uri="{FF2B5EF4-FFF2-40B4-BE49-F238E27FC236}">
                <a16:creationId xmlns:a16="http://schemas.microsoft.com/office/drawing/2014/main" id="{C46890C5-3EE7-4306-90CB-1DFC17B61208}"/>
              </a:ext>
            </a:extLst>
          </p:cNvPr>
          <p:cNvSpPr>
            <a:spLocks noChangeShapeType="1"/>
          </p:cNvSpPr>
          <p:nvPr/>
        </p:nvSpPr>
        <p:spPr bwMode="auto">
          <a:xfrm>
            <a:off x="5334000" y="22860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0" name="Line 24">
            <a:extLst>
              <a:ext uri="{FF2B5EF4-FFF2-40B4-BE49-F238E27FC236}">
                <a16:creationId xmlns:a16="http://schemas.microsoft.com/office/drawing/2014/main" id="{6D44AE55-5BEE-4D01-A090-BDA4234AD8D2}"/>
              </a:ext>
            </a:extLst>
          </p:cNvPr>
          <p:cNvSpPr>
            <a:spLocks noChangeShapeType="1"/>
          </p:cNvSpPr>
          <p:nvPr/>
        </p:nvSpPr>
        <p:spPr bwMode="auto">
          <a:xfrm>
            <a:off x="5334000" y="24384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1" name="Line 25">
            <a:extLst>
              <a:ext uri="{FF2B5EF4-FFF2-40B4-BE49-F238E27FC236}">
                <a16:creationId xmlns:a16="http://schemas.microsoft.com/office/drawing/2014/main" id="{997C0B7C-79D8-4E1E-8B21-ACF6C765C8D8}"/>
              </a:ext>
            </a:extLst>
          </p:cNvPr>
          <p:cNvSpPr>
            <a:spLocks noChangeShapeType="1"/>
          </p:cNvSpPr>
          <p:nvPr/>
        </p:nvSpPr>
        <p:spPr bwMode="auto">
          <a:xfrm>
            <a:off x="5334000" y="25908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2" name="Line 26">
            <a:extLst>
              <a:ext uri="{FF2B5EF4-FFF2-40B4-BE49-F238E27FC236}">
                <a16:creationId xmlns:a16="http://schemas.microsoft.com/office/drawing/2014/main" id="{EA872C49-1CFC-494A-B287-49B13EB16260}"/>
              </a:ext>
            </a:extLst>
          </p:cNvPr>
          <p:cNvSpPr>
            <a:spLocks noChangeShapeType="1"/>
          </p:cNvSpPr>
          <p:nvPr/>
        </p:nvSpPr>
        <p:spPr bwMode="auto">
          <a:xfrm>
            <a:off x="5334000" y="27432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3" name="Line 27">
            <a:extLst>
              <a:ext uri="{FF2B5EF4-FFF2-40B4-BE49-F238E27FC236}">
                <a16:creationId xmlns:a16="http://schemas.microsoft.com/office/drawing/2014/main" id="{F65521F2-DAEF-44BB-95C6-62560DD292C8}"/>
              </a:ext>
            </a:extLst>
          </p:cNvPr>
          <p:cNvSpPr>
            <a:spLocks noChangeShapeType="1"/>
          </p:cNvSpPr>
          <p:nvPr/>
        </p:nvSpPr>
        <p:spPr bwMode="auto">
          <a:xfrm>
            <a:off x="5334000" y="2895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4" name="Line 28">
            <a:extLst>
              <a:ext uri="{FF2B5EF4-FFF2-40B4-BE49-F238E27FC236}">
                <a16:creationId xmlns:a16="http://schemas.microsoft.com/office/drawing/2014/main" id="{A7EC0DDF-C878-4E08-BE18-0B059E4610D1}"/>
              </a:ext>
            </a:extLst>
          </p:cNvPr>
          <p:cNvSpPr>
            <a:spLocks noChangeShapeType="1"/>
          </p:cNvSpPr>
          <p:nvPr/>
        </p:nvSpPr>
        <p:spPr bwMode="auto">
          <a:xfrm>
            <a:off x="5334000" y="30480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5" name="Line 29">
            <a:extLst>
              <a:ext uri="{FF2B5EF4-FFF2-40B4-BE49-F238E27FC236}">
                <a16:creationId xmlns:a16="http://schemas.microsoft.com/office/drawing/2014/main" id="{73C03114-D8E2-480C-9F12-C5D6FF704759}"/>
              </a:ext>
            </a:extLst>
          </p:cNvPr>
          <p:cNvSpPr>
            <a:spLocks noChangeShapeType="1"/>
          </p:cNvSpPr>
          <p:nvPr/>
        </p:nvSpPr>
        <p:spPr bwMode="auto">
          <a:xfrm>
            <a:off x="5334000" y="32004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6" name="Line 30">
            <a:extLst>
              <a:ext uri="{FF2B5EF4-FFF2-40B4-BE49-F238E27FC236}">
                <a16:creationId xmlns:a16="http://schemas.microsoft.com/office/drawing/2014/main" id="{7A654630-6DD3-4641-99E6-2AAE11EED8FF}"/>
              </a:ext>
            </a:extLst>
          </p:cNvPr>
          <p:cNvSpPr>
            <a:spLocks noChangeShapeType="1"/>
          </p:cNvSpPr>
          <p:nvPr/>
        </p:nvSpPr>
        <p:spPr bwMode="auto">
          <a:xfrm>
            <a:off x="5334000" y="33528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7" name="Line 31">
            <a:extLst>
              <a:ext uri="{FF2B5EF4-FFF2-40B4-BE49-F238E27FC236}">
                <a16:creationId xmlns:a16="http://schemas.microsoft.com/office/drawing/2014/main" id="{83FD3019-6531-49C4-9A2C-D208B3D66273}"/>
              </a:ext>
            </a:extLst>
          </p:cNvPr>
          <p:cNvSpPr>
            <a:spLocks noChangeShapeType="1"/>
          </p:cNvSpPr>
          <p:nvPr/>
        </p:nvSpPr>
        <p:spPr bwMode="auto">
          <a:xfrm>
            <a:off x="5334000" y="35052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8" name="Line 32">
            <a:extLst>
              <a:ext uri="{FF2B5EF4-FFF2-40B4-BE49-F238E27FC236}">
                <a16:creationId xmlns:a16="http://schemas.microsoft.com/office/drawing/2014/main" id="{4104A730-2D7A-40E4-BBCF-09E2C637B87A}"/>
              </a:ext>
            </a:extLst>
          </p:cNvPr>
          <p:cNvSpPr>
            <a:spLocks noChangeShapeType="1"/>
          </p:cNvSpPr>
          <p:nvPr/>
        </p:nvSpPr>
        <p:spPr bwMode="auto">
          <a:xfrm>
            <a:off x="5334000" y="3657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9" name="AutoShape 33">
            <a:extLst>
              <a:ext uri="{FF2B5EF4-FFF2-40B4-BE49-F238E27FC236}">
                <a16:creationId xmlns:a16="http://schemas.microsoft.com/office/drawing/2014/main" id="{5E8ADEE4-E8D3-4794-A77A-AB06871CD869}"/>
              </a:ext>
            </a:extLst>
          </p:cNvPr>
          <p:cNvSpPr>
            <a:spLocks/>
          </p:cNvSpPr>
          <p:nvPr/>
        </p:nvSpPr>
        <p:spPr bwMode="auto">
          <a:xfrm>
            <a:off x="3276600" y="2057400"/>
            <a:ext cx="228600" cy="609600"/>
          </a:xfrm>
          <a:prstGeom prst="rightBrace">
            <a:avLst>
              <a:gd name="adj1" fmla="val 2222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90" name="Line 34">
            <a:extLst>
              <a:ext uri="{FF2B5EF4-FFF2-40B4-BE49-F238E27FC236}">
                <a16:creationId xmlns:a16="http://schemas.microsoft.com/office/drawing/2014/main" id="{D65B0BB9-00FA-4A15-9D11-BB8E3EE172D9}"/>
              </a:ext>
            </a:extLst>
          </p:cNvPr>
          <p:cNvSpPr>
            <a:spLocks noChangeShapeType="1"/>
          </p:cNvSpPr>
          <p:nvPr/>
        </p:nvSpPr>
        <p:spPr bwMode="auto">
          <a:xfrm>
            <a:off x="3581400" y="2362200"/>
            <a:ext cx="1676400" cy="304800"/>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91" name="Text Box 35">
            <a:extLst>
              <a:ext uri="{FF2B5EF4-FFF2-40B4-BE49-F238E27FC236}">
                <a16:creationId xmlns:a16="http://schemas.microsoft.com/office/drawing/2014/main" id="{D6B0FE9C-77FB-4119-B8C6-AE6C5B7AF61A}"/>
              </a:ext>
            </a:extLst>
          </p:cNvPr>
          <p:cNvSpPr txBox="1">
            <a:spLocks noChangeArrowheads="1"/>
          </p:cNvSpPr>
          <p:nvPr/>
        </p:nvSpPr>
        <p:spPr bwMode="auto">
          <a:xfrm>
            <a:off x="5892800" y="3733800"/>
            <a:ext cx="96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cs typeface="Arial" panose="020B0604020202020204" pitchFamily="34" charset="0"/>
              </a:rPr>
              <a:t>FPGA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1409D5E3-ED41-4D86-8DE8-150489D61332}"/>
              </a:ext>
            </a:extLst>
          </p:cNvPr>
          <p:cNvSpPr>
            <a:spLocks noChangeArrowheads="1"/>
          </p:cNvSpPr>
          <p:nvPr/>
        </p:nvSpPr>
        <p:spPr bwMode="auto">
          <a:xfrm>
            <a:off x="5791200" y="2133600"/>
            <a:ext cx="1524000" cy="16764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83" name="Rectangle 3">
            <a:extLst>
              <a:ext uri="{FF2B5EF4-FFF2-40B4-BE49-F238E27FC236}">
                <a16:creationId xmlns:a16="http://schemas.microsoft.com/office/drawing/2014/main" id="{6A769B44-128A-4811-A038-03F18D5E5C11}"/>
              </a:ext>
            </a:extLst>
          </p:cNvPr>
          <p:cNvSpPr>
            <a:spLocks noChangeArrowheads="1"/>
          </p:cNvSpPr>
          <p:nvPr/>
        </p:nvSpPr>
        <p:spPr bwMode="auto">
          <a:xfrm>
            <a:off x="1600200" y="2971800"/>
            <a:ext cx="1524000" cy="914400"/>
          </a:xfrm>
          <a:prstGeom prst="rect">
            <a:avLst/>
          </a:prstGeom>
          <a:solidFill>
            <a:srgbClr val="00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84" name="Rectangle 4">
            <a:extLst>
              <a:ext uri="{FF2B5EF4-FFF2-40B4-BE49-F238E27FC236}">
                <a16:creationId xmlns:a16="http://schemas.microsoft.com/office/drawing/2014/main" id="{26694403-F754-4D43-8E27-B98E062CF38C}"/>
              </a:ext>
            </a:extLst>
          </p:cNvPr>
          <p:cNvSpPr>
            <a:spLocks noChangeArrowheads="1"/>
          </p:cNvSpPr>
          <p:nvPr/>
        </p:nvSpPr>
        <p:spPr bwMode="auto">
          <a:xfrm>
            <a:off x="1600200" y="2057400"/>
            <a:ext cx="1524000" cy="6096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85" name="Rectangle 5">
            <a:extLst>
              <a:ext uri="{FF2B5EF4-FFF2-40B4-BE49-F238E27FC236}">
                <a16:creationId xmlns:a16="http://schemas.microsoft.com/office/drawing/2014/main" id="{E98360B3-DE4A-41FB-BF66-EAB7E7319E09}"/>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Example Diagrams</a:t>
            </a:r>
          </a:p>
        </p:txBody>
      </p:sp>
      <p:sp>
        <p:nvSpPr>
          <p:cNvPr id="97286" name="Rectangle 6">
            <a:extLst>
              <a:ext uri="{FF2B5EF4-FFF2-40B4-BE49-F238E27FC236}">
                <a16:creationId xmlns:a16="http://schemas.microsoft.com/office/drawing/2014/main" id="{51AD4A32-9D09-4A8C-9249-0D84A5A3246E}"/>
              </a:ext>
            </a:extLst>
          </p:cNvPr>
          <p:cNvSpPr>
            <a:spLocks noGrp="1" noChangeArrowheads="1"/>
          </p:cNvSpPr>
          <p:nvPr>
            <p:ph type="body" idx="1"/>
          </p:nvPr>
        </p:nvSpPr>
        <p:spPr/>
        <p:txBody>
          <a:bodyPr/>
          <a:lstStyle/>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Compute-intensive sections on hardware</a:t>
            </a:r>
          </a:p>
          <a:p>
            <a:r>
              <a:rPr lang="en-US" altLang="en-US" dirty="0">
                <a:latin typeface="Arial" panose="020B0604020202020204" pitchFamily="34" charset="0"/>
                <a:cs typeface="Arial" panose="020B0604020202020204" pitchFamily="34" charset="0"/>
              </a:rPr>
              <a:t>Hardware reconfigured for each</a:t>
            </a:r>
          </a:p>
        </p:txBody>
      </p:sp>
      <p:sp>
        <p:nvSpPr>
          <p:cNvPr id="97287" name="Rectangle 7">
            <a:extLst>
              <a:ext uri="{FF2B5EF4-FFF2-40B4-BE49-F238E27FC236}">
                <a16:creationId xmlns:a16="http://schemas.microsoft.com/office/drawing/2014/main" id="{B63CA1E4-7E05-4565-AA0D-A92FD095BF55}"/>
              </a:ext>
            </a:extLst>
          </p:cNvPr>
          <p:cNvSpPr>
            <a:spLocks noChangeArrowheads="1"/>
          </p:cNvSpPr>
          <p:nvPr/>
        </p:nvSpPr>
        <p:spPr bwMode="auto">
          <a:xfrm>
            <a:off x="1600200" y="1752600"/>
            <a:ext cx="1524000" cy="2133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800">
                <a:latin typeface="Times New Roman" panose="02020603050405020304" pitchFamily="18" charset="0"/>
                <a:cs typeface="Arial" panose="020B0604020202020204" pitchFamily="34" charset="0"/>
              </a:rPr>
              <a:t>wwwwwwwwwww</a:t>
            </a:r>
          </a:p>
          <a:p>
            <a:r>
              <a:rPr lang="en-US" altLang="en-US" sz="800">
                <a:latin typeface="Times New Roman" panose="02020603050405020304" pitchFamily="18" charset="0"/>
                <a:cs typeface="Arial" panose="020B0604020202020204" pitchFamily="34" charset="0"/>
              </a:rPr>
              <a:t>wwwwwwwwwww</a:t>
            </a:r>
          </a:p>
          <a:p>
            <a:r>
              <a:rPr lang="en-US" altLang="en-US" sz="800">
                <a:latin typeface="Times New Roman" panose="02020603050405020304" pitchFamily="18" charset="0"/>
                <a:cs typeface="Arial" panose="020B0604020202020204" pitchFamily="34" charset="0"/>
              </a:rPr>
              <a:t>wwwwwwwww</a:t>
            </a:r>
          </a:p>
          <a:p>
            <a:r>
              <a:rPr lang="en-US" altLang="en-US" sz="800">
                <a:latin typeface="Times New Roman" panose="02020603050405020304" pitchFamily="18" charset="0"/>
                <a:cs typeface="Arial" panose="020B0604020202020204" pitchFamily="34" charset="0"/>
              </a:rPr>
              <a:t>   wwwwwwwwwwwwwww</a:t>
            </a:r>
          </a:p>
          <a:p>
            <a:r>
              <a:rPr lang="en-US" altLang="en-US" sz="800">
                <a:latin typeface="Times New Roman" panose="02020603050405020304" pitchFamily="18" charset="0"/>
                <a:cs typeface="Arial" panose="020B0604020202020204" pitchFamily="34" charset="0"/>
              </a:rPr>
              <a:t>   wwwwwwwwww</a:t>
            </a:r>
          </a:p>
          <a:p>
            <a:r>
              <a:rPr lang="en-US" altLang="en-US" sz="800">
                <a:latin typeface="Times New Roman" panose="02020603050405020304" pitchFamily="18" charset="0"/>
                <a:cs typeface="Arial" panose="020B0604020202020204" pitchFamily="34" charset="0"/>
              </a:rPr>
              <a:t>   wwwwwwwwwwwwww</a:t>
            </a:r>
          </a:p>
          <a:p>
            <a:r>
              <a:rPr lang="en-US" altLang="en-US" sz="800">
                <a:latin typeface="Times New Roman" panose="02020603050405020304" pitchFamily="18" charset="0"/>
                <a:cs typeface="Arial" panose="020B0604020202020204" pitchFamily="34" charset="0"/>
              </a:rPr>
              <a:t>w</a:t>
            </a:r>
          </a:p>
          <a:p>
            <a:endParaRPr lang="en-US" altLang="en-US" sz="800">
              <a:latin typeface="Times New Roman" panose="02020603050405020304" pitchFamily="18" charset="0"/>
              <a:cs typeface="Arial" panose="020B0604020202020204" pitchFamily="34" charset="0"/>
            </a:endParaRPr>
          </a:p>
          <a:p>
            <a:r>
              <a:rPr lang="en-US" altLang="en-US" sz="800">
                <a:latin typeface="Times New Roman" panose="02020603050405020304" pitchFamily="18" charset="0"/>
                <a:cs typeface="Arial" panose="020B0604020202020204" pitchFamily="34" charset="0"/>
              </a:rPr>
              <a:t>wwwwwwwwwwwwwww</a:t>
            </a:r>
          </a:p>
          <a:p>
            <a:r>
              <a:rPr lang="en-US" altLang="en-US" sz="800">
                <a:latin typeface="Times New Roman" panose="02020603050405020304" pitchFamily="18" charset="0"/>
                <a:cs typeface="Arial" panose="020B0604020202020204" pitchFamily="34" charset="0"/>
              </a:rPr>
              <a:t>wwwwwwwwww</a:t>
            </a:r>
          </a:p>
          <a:p>
            <a:r>
              <a:rPr lang="en-US" altLang="en-US" sz="800">
                <a:latin typeface="Times New Roman" panose="02020603050405020304" pitchFamily="18" charset="0"/>
                <a:cs typeface="Arial" panose="020B0604020202020204" pitchFamily="34" charset="0"/>
              </a:rPr>
              <a:t>wwwwwwwwwwwww</a:t>
            </a:r>
          </a:p>
          <a:p>
            <a:r>
              <a:rPr lang="en-US" altLang="en-US" sz="800">
                <a:latin typeface="Times New Roman" panose="02020603050405020304" pitchFamily="18" charset="0"/>
                <a:cs typeface="Arial" panose="020B0604020202020204" pitchFamily="34" charset="0"/>
              </a:rPr>
              <a:t>   wwwwwwwwwwwwww</a:t>
            </a:r>
          </a:p>
          <a:p>
            <a:r>
              <a:rPr lang="en-US" altLang="en-US" sz="800">
                <a:latin typeface="Times New Roman" panose="02020603050405020304" pitchFamily="18" charset="0"/>
                <a:cs typeface="Arial" panose="020B0604020202020204" pitchFamily="34" charset="0"/>
              </a:rPr>
              <a:t>      wwwwwwwwww</a:t>
            </a:r>
          </a:p>
          <a:p>
            <a:r>
              <a:rPr lang="en-US" altLang="en-US" sz="800">
                <a:latin typeface="Times New Roman" panose="02020603050405020304" pitchFamily="18" charset="0"/>
                <a:cs typeface="Arial" panose="020B0604020202020204" pitchFamily="34" charset="0"/>
              </a:rPr>
              <a:t>      wwwwww</a:t>
            </a:r>
          </a:p>
          <a:p>
            <a:r>
              <a:rPr lang="en-US" altLang="en-US" sz="800">
                <a:latin typeface="Times New Roman" panose="02020603050405020304" pitchFamily="18" charset="0"/>
                <a:cs typeface="Arial" panose="020B0604020202020204" pitchFamily="34" charset="0"/>
              </a:rPr>
              <a:t>      wwwwwwwwwwwww</a:t>
            </a:r>
          </a:p>
          <a:p>
            <a:r>
              <a:rPr lang="en-US" altLang="en-US" sz="800">
                <a:latin typeface="Times New Roman" panose="02020603050405020304" pitchFamily="18" charset="0"/>
                <a:cs typeface="Arial" panose="020B0604020202020204" pitchFamily="34" charset="0"/>
              </a:rPr>
              <a:t>   w</a:t>
            </a:r>
          </a:p>
          <a:p>
            <a:r>
              <a:rPr lang="en-US" altLang="en-US" sz="800">
                <a:latin typeface="Times New Roman" panose="02020603050405020304" pitchFamily="18" charset="0"/>
                <a:cs typeface="Arial" panose="020B0604020202020204" pitchFamily="34" charset="0"/>
              </a:rPr>
              <a:t>w</a:t>
            </a:r>
          </a:p>
        </p:txBody>
      </p:sp>
      <p:sp>
        <p:nvSpPr>
          <p:cNvPr id="97288" name="Text Box 8">
            <a:extLst>
              <a:ext uri="{FF2B5EF4-FFF2-40B4-BE49-F238E27FC236}">
                <a16:creationId xmlns:a16="http://schemas.microsoft.com/office/drawing/2014/main" id="{72F6DBE0-C5DA-418B-AE1E-DCD85AB2FD3B}"/>
              </a:ext>
            </a:extLst>
          </p:cNvPr>
          <p:cNvSpPr txBox="1">
            <a:spLocks noChangeArrowheads="1"/>
          </p:cNvSpPr>
          <p:nvPr/>
        </p:nvSpPr>
        <p:spPr bwMode="auto">
          <a:xfrm>
            <a:off x="1519238" y="3810000"/>
            <a:ext cx="1681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cs typeface="Arial" panose="020B0604020202020204" pitchFamily="34" charset="0"/>
              </a:rPr>
              <a:t>Source code</a:t>
            </a:r>
          </a:p>
        </p:txBody>
      </p:sp>
      <p:sp>
        <p:nvSpPr>
          <p:cNvPr id="97289" name="Rectangle 9" descr="Small grid">
            <a:extLst>
              <a:ext uri="{FF2B5EF4-FFF2-40B4-BE49-F238E27FC236}">
                <a16:creationId xmlns:a16="http://schemas.microsoft.com/office/drawing/2014/main" id="{8AE04872-5570-42E7-B3FB-3C37CA853E71}"/>
              </a:ext>
            </a:extLst>
          </p:cNvPr>
          <p:cNvSpPr>
            <a:spLocks noChangeArrowheads="1"/>
          </p:cNvSpPr>
          <p:nvPr/>
        </p:nvSpPr>
        <p:spPr bwMode="auto">
          <a:xfrm>
            <a:off x="5334000" y="1981200"/>
            <a:ext cx="1981200" cy="1828800"/>
          </a:xfrm>
          <a:prstGeom prst="rect">
            <a:avLst/>
          </a:prstGeom>
          <a:noFill/>
          <a:ln w="9525">
            <a:solidFill>
              <a:schemeClr val="tx1"/>
            </a:solidFill>
            <a:miter lim="800000"/>
            <a:headEnd/>
            <a:tailEnd/>
          </a:ln>
          <a:effectLst/>
          <a:extLst>
            <a:ext uri="{909E8E84-426E-40DD-AFC4-6F175D3DCCD1}">
              <a14:hiddenFill xmlns:a14="http://schemas.microsoft.com/office/drawing/2010/main">
                <a:pattFill prst="smGrid">
                  <a:fgClr>
                    <a:srgbClr val="5F5F5F"/>
                  </a:fgClr>
                  <a:bgClr>
                    <a:schemeClr val="bg1"/>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90" name="Line 10">
            <a:extLst>
              <a:ext uri="{FF2B5EF4-FFF2-40B4-BE49-F238E27FC236}">
                <a16:creationId xmlns:a16="http://schemas.microsoft.com/office/drawing/2014/main" id="{099D20E5-7FF4-4546-9638-AD6DCA311EAD}"/>
              </a:ext>
            </a:extLst>
          </p:cNvPr>
          <p:cNvSpPr>
            <a:spLocks noChangeShapeType="1"/>
          </p:cNvSpPr>
          <p:nvPr/>
        </p:nvSpPr>
        <p:spPr bwMode="auto">
          <a:xfrm>
            <a:off x="5486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1" name="Line 11">
            <a:extLst>
              <a:ext uri="{FF2B5EF4-FFF2-40B4-BE49-F238E27FC236}">
                <a16:creationId xmlns:a16="http://schemas.microsoft.com/office/drawing/2014/main" id="{5D18E09D-6034-4819-89C3-33A93ADCED5B}"/>
              </a:ext>
            </a:extLst>
          </p:cNvPr>
          <p:cNvSpPr>
            <a:spLocks noChangeShapeType="1"/>
          </p:cNvSpPr>
          <p:nvPr/>
        </p:nvSpPr>
        <p:spPr bwMode="auto">
          <a:xfrm>
            <a:off x="5638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2" name="Line 12">
            <a:extLst>
              <a:ext uri="{FF2B5EF4-FFF2-40B4-BE49-F238E27FC236}">
                <a16:creationId xmlns:a16="http://schemas.microsoft.com/office/drawing/2014/main" id="{C8055058-0EE4-4FE2-A581-FE150DCEE8C6}"/>
              </a:ext>
            </a:extLst>
          </p:cNvPr>
          <p:cNvSpPr>
            <a:spLocks noChangeShapeType="1"/>
          </p:cNvSpPr>
          <p:nvPr/>
        </p:nvSpPr>
        <p:spPr bwMode="auto">
          <a:xfrm>
            <a:off x="57912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3" name="Line 13">
            <a:extLst>
              <a:ext uri="{FF2B5EF4-FFF2-40B4-BE49-F238E27FC236}">
                <a16:creationId xmlns:a16="http://schemas.microsoft.com/office/drawing/2014/main" id="{5D4437F8-0BD5-4F75-BC28-C45950874B7C}"/>
              </a:ext>
            </a:extLst>
          </p:cNvPr>
          <p:cNvSpPr>
            <a:spLocks noChangeShapeType="1"/>
          </p:cNvSpPr>
          <p:nvPr/>
        </p:nvSpPr>
        <p:spPr bwMode="auto">
          <a:xfrm>
            <a:off x="59436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4" name="Line 14">
            <a:extLst>
              <a:ext uri="{FF2B5EF4-FFF2-40B4-BE49-F238E27FC236}">
                <a16:creationId xmlns:a16="http://schemas.microsoft.com/office/drawing/2014/main" id="{75CBB131-9AC3-41B6-9450-0680EBEB1A70}"/>
              </a:ext>
            </a:extLst>
          </p:cNvPr>
          <p:cNvSpPr>
            <a:spLocks noChangeShapeType="1"/>
          </p:cNvSpPr>
          <p:nvPr/>
        </p:nvSpPr>
        <p:spPr bwMode="auto">
          <a:xfrm>
            <a:off x="60960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5" name="Line 15">
            <a:extLst>
              <a:ext uri="{FF2B5EF4-FFF2-40B4-BE49-F238E27FC236}">
                <a16:creationId xmlns:a16="http://schemas.microsoft.com/office/drawing/2014/main" id="{5B58C0F2-1AFE-40AA-9399-40449ED0958B}"/>
              </a:ext>
            </a:extLst>
          </p:cNvPr>
          <p:cNvSpPr>
            <a:spLocks noChangeShapeType="1"/>
          </p:cNvSpPr>
          <p:nvPr/>
        </p:nvSpPr>
        <p:spPr bwMode="auto">
          <a:xfrm>
            <a:off x="6248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6" name="Line 16">
            <a:extLst>
              <a:ext uri="{FF2B5EF4-FFF2-40B4-BE49-F238E27FC236}">
                <a16:creationId xmlns:a16="http://schemas.microsoft.com/office/drawing/2014/main" id="{3A57E413-43CB-4D0A-8508-B9AA0809E183}"/>
              </a:ext>
            </a:extLst>
          </p:cNvPr>
          <p:cNvSpPr>
            <a:spLocks noChangeShapeType="1"/>
          </p:cNvSpPr>
          <p:nvPr/>
        </p:nvSpPr>
        <p:spPr bwMode="auto">
          <a:xfrm>
            <a:off x="6400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7" name="Line 17">
            <a:extLst>
              <a:ext uri="{FF2B5EF4-FFF2-40B4-BE49-F238E27FC236}">
                <a16:creationId xmlns:a16="http://schemas.microsoft.com/office/drawing/2014/main" id="{2672E9A8-56A9-4B35-8B2B-D99EA9085497}"/>
              </a:ext>
            </a:extLst>
          </p:cNvPr>
          <p:cNvSpPr>
            <a:spLocks noChangeShapeType="1"/>
          </p:cNvSpPr>
          <p:nvPr/>
        </p:nvSpPr>
        <p:spPr bwMode="auto">
          <a:xfrm>
            <a:off x="65532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8" name="Line 18">
            <a:extLst>
              <a:ext uri="{FF2B5EF4-FFF2-40B4-BE49-F238E27FC236}">
                <a16:creationId xmlns:a16="http://schemas.microsoft.com/office/drawing/2014/main" id="{48E95BD1-0085-4B6B-974D-24AB1DACFA53}"/>
              </a:ext>
            </a:extLst>
          </p:cNvPr>
          <p:cNvSpPr>
            <a:spLocks noChangeShapeType="1"/>
          </p:cNvSpPr>
          <p:nvPr/>
        </p:nvSpPr>
        <p:spPr bwMode="auto">
          <a:xfrm>
            <a:off x="67056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9" name="Line 19">
            <a:extLst>
              <a:ext uri="{FF2B5EF4-FFF2-40B4-BE49-F238E27FC236}">
                <a16:creationId xmlns:a16="http://schemas.microsoft.com/office/drawing/2014/main" id="{5EA07996-845B-4896-A5C8-09968050618F}"/>
              </a:ext>
            </a:extLst>
          </p:cNvPr>
          <p:cNvSpPr>
            <a:spLocks noChangeShapeType="1"/>
          </p:cNvSpPr>
          <p:nvPr/>
        </p:nvSpPr>
        <p:spPr bwMode="auto">
          <a:xfrm>
            <a:off x="68580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0" name="Line 20">
            <a:extLst>
              <a:ext uri="{FF2B5EF4-FFF2-40B4-BE49-F238E27FC236}">
                <a16:creationId xmlns:a16="http://schemas.microsoft.com/office/drawing/2014/main" id="{6E783853-C09A-466C-8C67-A54B0563AEA7}"/>
              </a:ext>
            </a:extLst>
          </p:cNvPr>
          <p:cNvSpPr>
            <a:spLocks noChangeShapeType="1"/>
          </p:cNvSpPr>
          <p:nvPr/>
        </p:nvSpPr>
        <p:spPr bwMode="auto">
          <a:xfrm>
            <a:off x="70104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1" name="Line 21">
            <a:extLst>
              <a:ext uri="{FF2B5EF4-FFF2-40B4-BE49-F238E27FC236}">
                <a16:creationId xmlns:a16="http://schemas.microsoft.com/office/drawing/2014/main" id="{00F3F7EC-9C5E-4D9F-B052-9E5A142E6056}"/>
              </a:ext>
            </a:extLst>
          </p:cNvPr>
          <p:cNvSpPr>
            <a:spLocks noChangeShapeType="1"/>
          </p:cNvSpPr>
          <p:nvPr/>
        </p:nvSpPr>
        <p:spPr bwMode="auto">
          <a:xfrm>
            <a:off x="7162800" y="1981200"/>
            <a:ext cx="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2" name="Line 22">
            <a:extLst>
              <a:ext uri="{FF2B5EF4-FFF2-40B4-BE49-F238E27FC236}">
                <a16:creationId xmlns:a16="http://schemas.microsoft.com/office/drawing/2014/main" id="{2A9462C6-E85E-4945-B737-2119062ABA0A}"/>
              </a:ext>
            </a:extLst>
          </p:cNvPr>
          <p:cNvSpPr>
            <a:spLocks noChangeShapeType="1"/>
          </p:cNvSpPr>
          <p:nvPr/>
        </p:nvSpPr>
        <p:spPr bwMode="auto">
          <a:xfrm>
            <a:off x="5334000" y="2133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3" name="Line 23">
            <a:extLst>
              <a:ext uri="{FF2B5EF4-FFF2-40B4-BE49-F238E27FC236}">
                <a16:creationId xmlns:a16="http://schemas.microsoft.com/office/drawing/2014/main" id="{1E38BF9C-BB1C-4190-BBD1-DA60A5513D59}"/>
              </a:ext>
            </a:extLst>
          </p:cNvPr>
          <p:cNvSpPr>
            <a:spLocks noChangeShapeType="1"/>
          </p:cNvSpPr>
          <p:nvPr/>
        </p:nvSpPr>
        <p:spPr bwMode="auto">
          <a:xfrm>
            <a:off x="5334000" y="22860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4" name="Line 24">
            <a:extLst>
              <a:ext uri="{FF2B5EF4-FFF2-40B4-BE49-F238E27FC236}">
                <a16:creationId xmlns:a16="http://schemas.microsoft.com/office/drawing/2014/main" id="{2E6032C5-A37C-4B6F-A0D0-21F937076BE4}"/>
              </a:ext>
            </a:extLst>
          </p:cNvPr>
          <p:cNvSpPr>
            <a:spLocks noChangeShapeType="1"/>
          </p:cNvSpPr>
          <p:nvPr/>
        </p:nvSpPr>
        <p:spPr bwMode="auto">
          <a:xfrm>
            <a:off x="5334000" y="24384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5" name="Line 25">
            <a:extLst>
              <a:ext uri="{FF2B5EF4-FFF2-40B4-BE49-F238E27FC236}">
                <a16:creationId xmlns:a16="http://schemas.microsoft.com/office/drawing/2014/main" id="{23137F34-AFAC-45B9-BA85-7CE8C2CC478E}"/>
              </a:ext>
            </a:extLst>
          </p:cNvPr>
          <p:cNvSpPr>
            <a:spLocks noChangeShapeType="1"/>
          </p:cNvSpPr>
          <p:nvPr/>
        </p:nvSpPr>
        <p:spPr bwMode="auto">
          <a:xfrm>
            <a:off x="5334000" y="25908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6" name="Line 26">
            <a:extLst>
              <a:ext uri="{FF2B5EF4-FFF2-40B4-BE49-F238E27FC236}">
                <a16:creationId xmlns:a16="http://schemas.microsoft.com/office/drawing/2014/main" id="{6AC8D04B-F2F2-4355-A7B1-1BF1F12CD447}"/>
              </a:ext>
            </a:extLst>
          </p:cNvPr>
          <p:cNvSpPr>
            <a:spLocks noChangeShapeType="1"/>
          </p:cNvSpPr>
          <p:nvPr/>
        </p:nvSpPr>
        <p:spPr bwMode="auto">
          <a:xfrm>
            <a:off x="5334000" y="27432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7" name="Line 27">
            <a:extLst>
              <a:ext uri="{FF2B5EF4-FFF2-40B4-BE49-F238E27FC236}">
                <a16:creationId xmlns:a16="http://schemas.microsoft.com/office/drawing/2014/main" id="{1F75C91A-0BA8-49CF-ABF0-BB050FF37B15}"/>
              </a:ext>
            </a:extLst>
          </p:cNvPr>
          <p:cNvSpPr>
            <a:spLocks noChangeShapeType="1"/>
          </p:cNvSpPr>
          <p:nvPr/>
        </p:nvSpPr>
        <p:spPr bwMode="auto">
          <a:xfrm>
            <a:off x="5334000" y="2895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8" name="Line 28">
            <a:extLst>
              <a:ext uri="{FF2B5EF4-FFF2-40B4-BE49-F238E27FC236}">
                <a16:creationId xmlns:a16="http://schemas.microsoft.com/office/drawing/2014/main" id="{FE185E0B-00F1-4FD4-94E3-C1AE74B56FCE}"/>
              </a:ext>
            </a:extLst>
          </p:cNvPr>
          <p:cNvSpPr>
            <a:spLocks noChangeShapeType="1"/>
          </p:cNvSpPr>
          <p:nvPr/>
        </p:nvSpPr>
        <p:spPr bwMode="auto">
          <a:xfrm>
            <a:off x="5334000" y="30480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09" name="Line 29">
            <a:extLst>
              <a:ext uri="{FF2B5EF4-FFF2-40B4-BE49-F238E27FC236}">
                <a16:creationId xmlns:a16="http://schemas.microsoft.com/office/drawing/2014/main" id="{31F55FA3-E2F8-426D-A49B-6D31E6E38E33}"/>
              </a:ext>
            </a:extLst>
          </p:cNvPr>
          <p:cNvSpPr>
            <a:spLocks noChangeShapeType="1"/>
          </p:cNvSpPr>
          <p:nvPr/>
        </p:nvSpPr>
        <p:spPr bwMode="auto">
          <a:xfrm>
            <a:off x="5334000" y="32004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10" name="Line 30">
            <a:extLst>
              <a:ext uri="{FF2B5EF4-FFF2-40B4-BE49-F238E27FC236}">
                <a16:creationId xmlns:a16="http://schemas.microsoft.com/office/drawing/2014/main" id="{A22F4A77-743A-4569-ABDD-25754E51105E}"/>
              </a:ext>
            </a:extLst>
          </p:cNvPr>
          <p:cNvSpPr>
            <a:spLocks noChangeShapeType="1"/>
          </p:cNvSpPr>
          <p:nvPr/>
        </p:nvSpPr>
        <p:spPr bwMode="auto">
          <a:xfrm>
            <a:off x="5334000" y="33528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11" name="Line 31">
            <a:extLst>
              <a:ext uri="{FF2B5EF4-FFF2-40B4-BE49-F238E27FC236}">
                <a16:creationId xmlns:a16="http://schemas.microsoft.com/office/drawing/2014/main" id="{D7DA6413-968C-4455-91CD-91264ED152AE}"/>
              </a:ext>
            </a:extLst>
          </p:cNvPr>
          <p:cNvSpPr>
            <a:spLocks noChangeShapeType="1"/>
          </p:cNvSpPr>
          <p:nvPr/>
        </p:nvSpPr>
        <p:spPr bwMode="auto">
          <a:xfrm>
            <a:off x="5334000" y="35052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12" name="Line 32">
            <a:extLst>
              <a:ext uri="{FF2B5EF4-FFF2-40B4-BE49-F238E27FC236}">
                <a16:creationId xmlns:a16="http://schemas.microsoft.com/office/drawing/2014/main" id="{2EB20D0B-CF52-4994-AF89-292C7636D053}"/>
              </a:ext>
            </a:extLst>
          </p:cNvPr>
          <p:cNvSpPr>
            <a:spLocks noChangeShapeType="1"/>
          </p:cNvSpPr>
          <p:nvPr/>
        </p:nvSpPr>
        <p:spPr bwMode="auto">
          <a:xfrm>
            <a:off x="5334000" y="3657600"/>
            <a:ext cx="198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13" name="AutoShape 33">
            <a:extLst>
              <a:ext uri="{FF2B5EF4-FFF2-40B4-BE49-F238E27FC236}">
                <a16:creationId xmlns:a16="http://schemas.microsoft.com/office/drawing/2014/main" id="{52FEA139-AC52-4991-B002-61704926CAE4}"/>
              </a:ext>
            </a:extLst>
          </p:cNvPr>
          <p:cNvSpPr>
            <a:spLocks/>
          </p:cNvSpPr>
          <p:nvPr/>
        </p:nvSpPr>
        <p:spPr bwMode="auto">
          <a:xfrm>
            <a:off x="3276600" y="2971800"/>
            <a:ext cx="228600" cy="914400"/>
          </a:xfrm>
          <a:prstGeom prst="rightBrace">
            <a:avLst>
              <a:gd name="adj1" fmla="val 3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314" name="Line 34">
            <a:extLst>
              <a:ext uri="{FF2B5EF4-FFF2-40B4-BE49-F238E27FC236}">
                <a16:creationId xmlns:a16="http://schemas.microsoft.com/office/drawing/2014/main" id="{BD641A35-FABE-4816-8A19-9898246B9E16}"/>
              </a:ext>
            </a:extLst>
          </p:cNvPr>
          <p:cNvSpPr>
            <a:spLocks noChangeShapeType="1"/>
          </p:cNvSpPr>
          <p:nvPr/>
        </p:nvSpPr>
        <p:spPr bwMode="auto">
          <a:xfrm flipV="1">
            <a:off x="3581400" y="3048000"/>
            <a:ext cx="1600200" cy="381000"/>
          </a:xfrm>
          <a:prstGeom prst="line">
            <a:avLst/>
          </a:prstGeom>
          <a:noFill/>
          <a:ln w="127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315" name="Text Box 35">
            <a:extLst>
              <a:ext uri="{FF2B5EF4-FFF2-40B4-BE49-F238E27FC236}">
                <a16:creationId xmlns:a16="http://schemas.microsoft.com/office/drawing/2014/main" id="{8DD5C85F-BF99-470B-BEC1-3346EC24BE83}"/>
              </a:ext>
            </a:extLst>
          </p:cNvPr>
          <p:cNvSpPr txBox="1">
            <a:spLocks noChangeArrowheads="1"/>
          </p:cNvSpPr>
          <p:nvPr/>
        </p:nvSpPr>
        <p:spPr bwMode="auto">
          <a:xfrm>
            <a:off x="5892800" y="3733800"/>
            <a:ext cx="96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cs typeface="Arial" panose="020B0604020202020204" pitchFamily="34" charset="0"/>
              </a:rPr>
              <a:t>FPGA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D6AEDCA-F844-42FB-8F8B-F0C3D2AF1BBF}"/>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You are not Pixar Studios</a:t>
            </a:r>
          </a:p>
        </p:txBody>
      </p:sp>
      <p:sp>
        <p:nvSpPr>
          <p:cNvPr id="28681" name="Rectangle 9">
            <a:extLst>
              <a:ext uri="{FF2B5EF4-FFF2-40B4-BE49-F238E27FC236}">
                <a16:creationId xmlns:a16="http://schemas.microsoft.com/office/drawing/2014/main" id="{91CD7CD8-3B7E-473B-89C1-FCD8F77C19D0}"/>
              </a:ext>
            </a:extLst>
          </p:cNvPr>
          <p:cNvSpPr>
            <a:spLocks noGrp="1" noChangeArrowheads="1"/>
          </p:cNvSpPr>
          <p:nvPr>
            <p:ph type="body" idx="1"/>
          </p:nvPr>
        </p:nvSpPr>
        <p:spPr>
          <a:xfrm>
            <a:off x="609600" y="1447800"/>
            <a:ext cx="7924800" cy="5029200"/>
          </a:xfrm>
        </p:spPr>
        <p:txBody>
          <a:bodyPr>
            <a:normAutofit lnSpcReduction="10000"/>
          </a:bodyPr>
          <a:lstStyle/>
          <a:p>
            <a:pPr>
              <a:lnSpc>
                <a:spcPct val="80000"/>
              </a:lnSpc>
            </a:pPr>
            <a:r>
              <a:rPr lang="en-US" altLang="en-US" sz="2800" dirty="0">
                <a:latin typeface="Arial" panose="020B0604020202020204" pitchFamily="34" charset="0"/>
                <a:cs typeface="Arial" panose="020B0604020202020204" pitchFamily="34" charset="0"/>
              </a:rPr>
              <a:t>Previous slide(s) used “animation”…</a:t>
            </a:r>
          </a:p>
          <a:p>
            <a:pPr>
              <a:lnSpc>
                <a:spcPct val="80000"/>
              </a:lnSpc>
            </a:pPr>
            <a:endParaRPr lang="en-US" altLang="en-US" sz="2800" dirty="0">
              <a:latin typeface="Arial" panose="020B0604020202020204" pitchFamily="34" charset="0"/>
              <a:cs typeface="Arial" panose="020B0604020202020204" pitchFamily="34" charset="0"/>
            </a:endParaRPr>
          </a:p>
          <a:p>
            <a:pPr>
              <a:lnSpc>
                <a:spcPct val="80000"/>
              </a:lnSpc>
            </a:pPr>
            <a:endParaRPr lang="en-US" altLang="en-US" sz="2800" dirty="0">
              <a:latin typeface="Arial" panose="020B0604020202020204" pitchFamily="34" charset="0"/>
              <a:cs typeface="Arial" panose="020B0604020202020204" pitchFamily="34" charset="0"/>
            </a:endParaRPr>
          </a:p>
          <a:p>
            <a:pPr>
              <a:lnSpc>
                <a:spcPct val="80000"/>
              </a:lnSpc>
            </a:pPr>
            <a:endParaRPr lang="en-US" altLang="en-US" sz="2800" dirty="0">
              <a:latin typeface="Arial" panose="020B0604020202020204" pitchFamily="34" charset="0"/>
              <a:cs typeface="Arial" panose="020B0604020202020204" pitchFamily="34" charset="0"/>
            </a:endParaRPr>
          </a:p>
          <a:p>
            <a:pPr>
              <a:lnSpc>
                <a:spcPct val="80000"/>
              </a:lnSpc>
            </a:pPr>
            <a:endParaRPr lang="en-US" altLang="en-US" sz="2800" dirty="0">
              <a:latin typeface="Arial" panose="020B0604020202020204" pitchFamily="34" charset="0"/>
              <a:cs typeface="Arial" panose="020B0604020202020204" pitchFamily="34" charset="0"/>
            </a:endParaRPr>
          </a:p>
          <a:p>
            <a:pPr>
              <a:lnSpc>
                <a:spcPct val="80000"/>
              </a:lnSpc>
            </a:pPr>
            <a:endParaRPr lang="en-US" altLang="en-US" sz="2800" dirty="0">
              <a:latin typeface="Arial" panose="020B0604020202020204" pitchFamily="34" charset="0"/>
              <a:cs typeface="Arial" panose="020B0604020202020204" pitchFamily="34" charset="0"/>
            </a:endParaRPr>
          </a:p>
          <a:p>
            <a:pPr>
              <a:lnSpc>
                <a:spcPct val="80000"/>
              </a:lnSpc>
            </a:pPr>
            <a:endParaRPr lang="en-US" altLang="en-US" sz="1600" dirty="0">
              <a:latin typeface="Arial" panose="020B0604020202020204" pitchFamily="34" charset="0"/>
              <a:cs typeface="Arial" panose="020B0604020202020204" pitchFamily="34" charset="0"/>
            </a:endParaRPr>
          </a:p>
          <a:p>
            <a:pPr>
              <a:lnSpc>
                <a:spcPct val="80000"/>
              </a:lnSpc>
            </a:pPr>
            <a:r>
              <a:rPr lang="en-US" altLang="en-US" sz="2800" dirty="0">
                <a:latin typeface="Arial" panose="020B0604020202020204" pitchFamily="34" charset="0"/>
                <a:cs typeface="Arial" panose="020B0604020202020204" pitchFamily="34" charset="0"/>
              </a:rPr>
              <a:t>Use only where it is USEFUL</a:t>
            </a:r>
          </a:p>
          <a:p>
            <a:pPr>
              <a:lnSpc>
                <a:spcPct val="80000"/>
              </a:lnSpc>
            </a:pPr>
            <a:r>
              <a:rPr lang="en-US" altLang="en-US" sz="2800" dirty="0">
                <a:latin typeface="Arial" panose="020B0604020202020204" pitchFamily="34" charset="0"/>
                <a:cs typeface="Arial" panose="020B0604020202020204" pitchFamily="34" charset="0"/>
              </a:rPr>
              <a:t>Know if presentation system will handle</a:t>
            </a:r>
          </a:p>
          <a:p>
            <a:pPr lvl="1">
              <a:lnSpc>
                <a:spcPct val="80000"/>
              </a:lnSpc>
            </a:pPr>
            <a:r>
              <a:rPr lang="en-US" altLang="en-US" sz="2400" dirty="0">
                <a:latin typeface="Arial" panose="020B0604020202020204" pitchFamily="34" charset="0"/>
                <a:cs typeface="Arial" panose="020B0604020202020204" pitchFamily="34" charset="0"/>
              </a:rPr>
              <a:t>Different versions of PowerPoint, Macs, etc.</a:t>
            </a:r>
          </a:p>
          <a:p>
            <a:pPr>
              <a:lnSpc>
                <a:spcPct val="80000"/>
              </a:lnSpc>
            </a:pPr>
            <a:r>
              <a:rPr lang="en-US" altLang="en-US" sz="2800" dirty="0">
                <a:latin typeface="Arial" panose="020B0604020202020204" pitchFamily="34" charset="0"/>
                <a:cs typeface="Arial" panose="020B0604020202020204" pitchFamily="34" charset="0"/>
              </a:rPr>
              <a:t>Or use multiple slides to safely animate</a:t>
            </a:r>
          </a:p>
          <a:p>
            <a:pPr lvl="1">
              <a:lnSpc>
                <a:spcPct val="80000"/>
              </a:lnSpc>
            </a:pPr>
            <a:r>
              <a:rPr lang="en-US" altLang="en-US" sz="2400" dirty="0">
                <a:latin typeface="Arial" panose="020B0604020202020204" pitchFamily="34" charset="0"/>
                <a:cs typeface="Arial" panose="020B0604020202020204" pitchFamily="34" charset="0"/>
              </a:rPr>
              <a:t>Flip-book style</a:t>
            </a:r>
          </a:p>
        </p:txBody>
      </p:sp>
      <p:sp>
        <p:nvSpPr>
          <p:cNvPr id="28676" name="Text Box 4">
            <a:extLst>
              <a:ext uri="{FF2B5EF4-FFF2-40B4-BE49-F238E27FC236}">
                <a16:creationId xmlns:a16="http://schemas.microsoft.com/office/drawing/2014/main" id="{88B6C2ED-7D09-49E0-A6F6-37A9C8CFFD8A}"/>
              </a:ext>
            </a:extLst>
          </p:cNvPr>
          <p:cNvSpPr txBox="1">
            <a:spLocks noChangeArrowheads="1"/>
          </p:cNvSpPr>
          <p:nvPr/>
        </p:nvSpPr>
        <p:spPr bwMode="auto">
          <a:xfrm>
            <a:off x="1295400" y="1981200"/>
            <a:ext cx="19907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Arial" panose="020B0604020202020204" pitchFamily="34" charset="0"/>
              </a:rPr>
              <a:t>Animation</a:t>
            </a:r>
            <a:endParaRPr lang="en-US" altLang="en-US">
              <a:latin typeface="Helvetica" panose="020B0604020202020204" pitchFamily="34" charset="0"/>
            </a:endParaRPr>
          </a:p>
        </p:txBody>
      </p:sp>
      <p:sp>
        <p:nvSpPr>
          <p:cNvPr id="28677" name="Text Box 5">
            <a:extLst>
              <a:ext uri="{FF2B5EF4-FFF2-40B4-BE49-F238E27FC236}">
                <a16:creationId xmlns:a16="http://schemas.microsoft.com/office/drawing/2014/main" id="{1989FBCC-31CA-4BF5-9F37-9112239560B9}"/>
              </a:ext>
            </a:extLst>
          </p:cNvPr>
          <p:cNvSpPr txBox="1">
            <a:spLocks noChangeArrowheads="1"/>
          </p:cNvSpPr>
          <p:nvPr/>
        </p:nvSpPr>
        <p:spPr bwMode="auto">
          <a:xfrm>
            <a:off x="1295400" y="2544763"/>
            <a:ext cx="9302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Arial" panose="020B0604020202020204" pitchFamily="34" charset="0"/>
              </a:rPr>
              <a:t>Can</a:t>
            </a:r>
            <a:endParaRPr lang="en-US" altLang="en-US">
              <a:latin typeface="Helvetica" panose="020B0604020202020204" pitchFamily="34" charset="0"/>
            </a:endParaRPr>
          </a:p>
        </p:txBody>
      </p:sp>
      <p:sp>
        <p:nvSpPr>
          <p:cNvPr id="28678" name="Text Box 6">
            <a:extLst>
              <a:ext uri="{FF2B5EF4-FFF2-40B4-BE49-F238E27FC236}">
                <a16:creationId xmlns:a16="http://schemas.microsoft.com/office/drawing/2014/main" id="{45FF9B6C-0032-4583-8640-8C2578F5F9B9}"/>
              </a:ext>
            </a:extLst>
          </p:cNvPr>
          <p:cNvSpPr txBox="1">
            <a:spLocks noChangeArrowheads="1"/>
          </p:cNvSpPr>
          <p:nvPr/>
        </p:nvSpPr>
        <p:spPr bwMode="auto">
          <a:xfrm>
            <a:off x="1295400" y="3078163"/>
            <a:ext cx="16303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Arial" panose="020B0604020202020204" pitchFamily="34" charset="0"/>
              </a:rPr>
              <a:t>Be Very</a:t>
            </a:r>
            <a:endParaRPr lang="en-US" altLang="en-US">
              <a:latin typeface="Helvetica" panose="020B0604020202020204" pitchFamily="34" charset="0"/>
            </a:endParaRPr>
          </a:p>
        </p:txBody>
      </p:sp>
      <p:sp>
        <p:nvSpPr>
          <p:cNvPr id="28679" name="Text Box 7">
            <a:extLst>
              <a:ext uri="{FF2B5EF4-FFF2-40B4-BE49-F238E27FC236}">
                <a16:creationId xmlns:a16="http://schemas.microsoft.com/office/drawing/2014/main" id="{6C9459DA-9CDC-441D-93A9-33E701EAB233}"/>
              </a:ext>
            </a:extLst>
          </p:cNvPr>
          <p:cNvSpPr txBox="1">
            <a:spLocks noChangeArrowheads="1"/>
          </p:cNvSpPr>
          <p:nvPr/>
        </p:nvSpPr>
        <p:spPr bwMode="auto">
          <a:xfrm>
            <a:off x="1295400" y="3611563"/>
            <a:ext cx="21034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Arial" panose="020B0604020202020204" pitchFamily="34" charset="0"/>
              </a:rPr>
              <a:t>Distracting</a:t>
            </a:r>
            <a:endParaRPr lang="en-US" altLang="en-US">
              <a:latin typeface="Helvetica" panose="020B0604020202020204" pitchFamily="34" charset="0"/>
            </a:endParaRPr>
          </a:p>
        </p:txBody>
      </p:sp>
      <p:sp>
        <p:nvSpPr>
          <p:cNvPr id="28680" name="Text Box 8">
            <a:extLst>
              <a:ext uri="{FF2B5EF4-FFF2-40B4-BE49-F238E27FC236}">
                <a16:creationId xmlns:a16="http://schemas.microsoft.com/office/drawing/2014/main" id="{D6C10835-0E40-403C-8AD5-456A8B4C10E1}"/>
              </a:ext>
            </a:extLst>
          </p:cNvPr>
          <p:cNvSpPr txBox="1">
            <a:spLocks noChangeArrowheads="1"/>
          </p:cNvSpPr>
          <p:nvPr/>
        </p:nvSpPr>
        <p:spPr bwMode="auto">
          <a:xfrm>
            <a:off x="4114800" y="2057400"/>
            <a:ext cx="2959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Arial" panose="020B0604020202020204" pitchFamily="34" charset="0"/>
              </a:rPr>
              <a:t>Use it sparingly</a:t>
            </a:r>
            <a:endParaRPr lang="en-US" altLang="en-US">
              <a:latin typeface="Helvetica" panose="020B0604020202020204" pitchFamily="34" charset="0"/>
            </a:endParaRPr>
          </a:p>
        </p:txBody>
      </p:sp>
      <p:sp>
        <p:nvSpPr>
          <p:cNvPr id="28682" name="Text Box 10">
            <a:extLst>
              <a:ext uri="{FF2B5EF4-FFF2-40B4-BE49-F238E27FC236}">
                <a16:creationId xmlns:a16="http://schemas.microsoft.com/office/drawing/2014/main" id="{B3D3E800-DB2A-4D6C-A70C-7E018C5F104C}"/>
              </a:ext>
            </a:extLst>
          </p:cNvPr>
          <p:cNvSpPr txBox="1">
            <a:spLocks noChangeArrowheads="1"/>
          </p:cNvSpPr>
          <p:nvPr/>
        </p:nvSpPr>
        <p:spPr bwMode="auto">
          <a:xfrm>
            <a:off x="4267200" y="2870200"/>
            <a:ext cx="3810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latin typeface="Tahoma" panose="020B0604030504040204" pitchFamily="34" charset="0"/>
              </a:rPr>
              <a:t>(it can be annoying)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 calcmode="lin" valueType="num">
                                      <p:cBhvr additive="base">
                                        <p:cTn id="7" dur="500" fill="hold"/>
                                        <p:tgtEl>
                                          <p:spTgt spid="28676"/>
                                        </p:tgtEl>
                                        <p:attrNameLst>
                                          <p:attrName>ppt_x</p:attrName>
                                        </p:attrNameLst>
                                      </p:cBhvr>
                                      <p:tavLst>
                                        <p:tav tm="0">
                                          <p:val>
                                            <p:strVal val="#ppt_x"/>
                                          </p:val>
                                        </p:tav>
                                        <p:tav tm="100000">
                                          <p:val>
                                            <p:strVal val="#ppt_x"/>
                                          </p:val>
                                        </p:tav>
                                      </p:tavLst>
                                    </p:anim>
                                    <p:anim calcmode="lin" valueType="num">
                                      <p:cBhvr additive="base">
                                        <p:cTn id="8" dur="500" fill="hold"/>
                                        <p:tgtEl>
                                          <p:spTgt spid="2867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4" presetClass="entr" presetSubtype="16" fill="hold" grpId="0" nodeType="afterEffect">
                                  <p:stCondLst>
                                    <p:cond delay="0"/>
                                  </p:stCondLst>
                                  <p:childTnLst>
                                    <p:set>
                                      <p:cBhvr>
                                        <p:cTn id="11" dur="1" fill="hold">
                                          <p:stCondLst>
                                            <p:cond delay="0"/>
                                          </p:stCondLst>
                                        </p:cTn>
                                        <p:tgtEl>
                                          <p:spTgt spid="28677"/>
                                        </p:tgtEl>
                                        <p:attrNameLst>
                                          <p:attrName>style.visibility</p:attrName>
                                        </p:attrNameLst>
                                      </p:cBhvr>
                                      <p:to>
                                        <p:strVal val="visible"/>
                                      </p:to>
                                    </p:set>
                                    <p:animEffect transition="in" filter="box(in)">
                                      <p:cBhvr>
                                        <p:cTn id="12" dur="500"/>
                                        <p:tgtEl>
                                          <p:spTgt spid="28677"/>
                                        </p:tgtEl>
                                      </p:cBhvr>
                                    </p:animEffect>
                                  </p:childTnLst>
                                </p:cTn>
                              </p:par>
                            </p:childTnLst>
                          </p:cTn>
                        </p:par>
                        <p:par>
                          <p:cTn id="13" fill="hold" nodeType="afterGroup">
                            <p:stCondLst>
                              <p:cond delay="1000"/>
                            </p:stCondLst>
                            <p:childTnLst>
                              <p:par>
                                <p:cTn id="14" presetID="15" presetClass="entr" presetSubtype="0" fill="hold" grpId="0" nodeType="afterEffect">
                                  <p:stCondLst>
                                    <p:cond delay="0"/>
                                  </p:stCondLst>
                                  <p:childTnLst>
                                    <p:set>
                                      <p:cBhvr>
                                        <p:cTn id="15" dur="1" fill="hold">
                                          <p:stCondLst>
                                            <p:cond delay="0"/>
                                          </p:stCondLst>
                                        </p:cTn>
                                        <p:tgtEl>
                                          <p:spTgt spid="28678"/>
                                        </p:tgtEl>
                                        <p:attrNameLst>
                                          <p:attrName>style.visibility</p:attrName>
                                        </p:attrNameLst>
                                      </p:cBhvr>
                                      <p:to>
                                        <p:strVal val="visible"/>
                                      </p:to>
                                    </p:set>
                                    <p:anim calcmode="lin" valueType="num">
                                      <p:cBhvr>
                                        <p:cTn id="16" dur="1000" fill="hold"/>
                                        <p:tgtEl>
                                          <p:spTgt spid="28678"/>
                                        </p:tgtEl>
                                        <p:attrNameLst>
                                          <p:attrName>ppt_w</p:attrName>
                                        </p:attrNameLst>
                                      </p:cBhvr>
                                      <p:tavLst>
                                        <p:tav tm="0">
                                          <p:val>
                                            <p:fltVal val="0"/>
                                          </p:val>
                                        </p:tav>
                                        <p:tav tm="100000">
                                          <p:val>
                                            <p:strVal val="#ppt_w"/>
                                          </p:val>
                                        </p:tav>
                                      </p:tavLst>
                                    </p:anim>
                                    <p:anim calcmode="lin" valueType="num">
                                      <p:cBhvr>
                                        <p:cTn id="17" dur="1000" fill="hold"/>
                                        <p:tgtEl>
                                          <p:spTgt spid="28678"/>
                                        </p:tgtEl>
                                        <p:attrNameLst>
                                          <p:attrName>ppt_h</p:attrName>
                                        </p:attrNameLst>
                                      </p:cBhvr>
                                      <p:tavLst>
                                        <p:tav tm="0">
                                          <p:val>
                                            <p:fltVal val="0"/>
                                          </p:val>
                                        </p:tav>
                                        <p:tav tm="100000">
                                          <p:val>
                                            <p:strVal val="#ppt_h"/>
                                          </p:val>
                                        </p:tav>
                                      </p:tavLst>
                                    </p:anim>
                                    <p:anim calcmode="lin" valueType="num">
                                      <p:cBhvr>
                                        <p:cTn id="18" dur="1000" fill="hold"/>
                                        <p:tgtEl>
                                          <p:spTgt spid="28678"/>
                                        </p:tgtEl>
                                        <p:attrNameLst>
                                          <p:attrName>ppt_x</p:attrName>
                                        </p:attrNameLst>
                                      </p:cBhvr>
                                      <p:tavLst>
                                        <p:tav tm="0" fmla="#ppt_x+(cos(-2*pi*(1-$))*-#ppt_x-sin(-2*pi*(1-$))*(1-#ppt_y))*(1-$)">
                                          <p:val>
                                            <p:fltVal val="0"/>
                                          </p:val>
                                        </p:tav>
                                        <p:tav tm="100000">
                                          <p:val>
                                            <p:fltVal val="1"/>
                                          </p:val>
                                        </p:tav>
                                      </p:tavLst>
                                    </p:anim>
                                    <p:anim calcmode="lin" valueType="num">
                                      <p:cBhvr>
                                        <p:cTn id="19" dur="1000" fill="hold"/>
                                        <p:tgtEl>
                                          <p:spTgt spid="28678"/>
                                        </p:tgtEl>
                                        <p:attrNameLst>
                                          <p:attrName>ppt_y</p:attrName>
                                        </p:attrNameLst>
                                      </p:cBhvr>
                                      <p:tavLst>
                                        <p:tav tm="0" fmla="#ppt_y+(sin(-2*pi*(1-$))*-#ppt_x+cos(-2*pi*(1-$))*(1-#ppt_y))*(1-$)">
                                          <p:val>
                                            <p:fltVal val="0"/>
                                          </p:val>
                                        </p:tav>
                                        <p:tav tm="100000">
                                          <p:val>
                                            <p:fltVal val="1"/>
                                          </p:val>
                                        </p:tav>
                                      </p:tavLst>
                                    </p:anim>
                                  </p:childTnLst>
                                </p:cTn>
                              </p:par>
                            </p:childTnLst>
                          </p:cTn>
                        </p:par>
                        <p:par>
                          <p:cTn id="20" fill="hold" nodeType="afterGroup">
                            <p:stCondLst>
                              <p:cond delay="2000"/>
                            </p:stCondLst>
                            <p:childTnLst>
                              <p:par>
                                <p:cTn id="21" presetID="7" presetClass="entr" presetSubtype="2" fill="hold" grpId="0" nodeType="afterEffect">
                                  <p:stCondLst>
                                    <p:cond delay="0"/>
                                  </p:stCondLst>
                                  <p:childTnLst>
                                    <p:set>
                                      <p:cBhvr>
                                        <p:cTn id="22" dur="1" fill="hold">
                                          <p:stCondLst>
                                            <p:cond delay="0"/>
                                          </p:stCondLst>
                                        </p:cTn>
                                        <p:tgtEl>
                                          <p:spTgt spid="28679"/>
                                        </p:tgtEl>
                                        <p:attrNameLst>
                                          <p:attrName>style.visibility</p:attrName>
                                        </p:attrNameLst>
                                      </p:cBhvr>
                                      <p:to>
                                        <p:strVal val="visible"/>
                                      </p:to>
                                    </p:set>
                                    <p:anim calcmode="lin" valueType="num">
                                      <p:cBhvr additive="base">
                                        <p:cTn id="23" dur="5000" fill="hold"/>
                                        <p:tgtEl>
                                          <p:spTgt spid="28679"/>
                                        </p:tgtEl>
                                        <p:attrNameLst>
                                          <p:attrName>ppt_x</p:attrName>
                                        </p:attrNameLst>
                                      </p:cBhvr>
                                      <p:tavLst>
                                        <p:tav tm="0">
                                          <p:val>
                                            <p:strVal val="1+#ppt_w/2"/>
                                          </p:val>
                                        </p:tav>
                                        <p:tav tm="100000">
                                          <p:val>
                                            <p:strVal val="#ppt_x"/>
                                          </p:val>
                                        </p:tav>
                                      </p:tavLst>
                                    </p:anim>
                                    <p:anim calcmode="lin" valueType="num">
                                      <p:cBhvr additive="base">
                                        <p:cTn id="24" dur="5000" fill="hold"/>
                                        <p:tgtEl>
                                          <p:spTgt spid="28679"/>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7000"/>
                            </p:stCondLst>
                            <p:childTnLst>
                              <p:par>
                                <p:cTn id="26" presetID="23" presetClass="entr" presetSubtype="36" fill="hold" grpId="0" nodeType="afterEffect">
                                  <p:stCondLst>
                                    <p:cond delay="0"/>
                                  </p:stCondLst>
                                  <p:childTnLst>
                                    <p:set>
                                      <p:cBhvr>
                                        <p:cTn id="27" dur="1" fill="hold">
                                          <p:stCondLst>
                                            <p:cond delay="0"/>
                                          </p:stCondLst>
                                        </p:cTn>
                                        <p:tgtEl>
                                          <p:spTgt spid="28680"/>
                                        </p:tgtEl>
                                        <p:attrNameLst>
                                          <p:attrName>style.visibility</p:attrName>
                                        </p:attrNameLst>
                                      </p:cBhvr>
                                      <p:to>
                                        <p:strVal val="visible"/>
                                      </p:to>
                                    </p:set>
                                    <p:anim calcmode="lin" valueType="num">
                                      <p:cBhvr>
                                        <p:cTn id="28" dur="500" fill="hold"/>
                                        <p:tgtEl>
                                          <p:spTgt spid="28680"/>
                                        </p:tgtEl>
                                        <p:attrNameLst>
                                          <p:attrName>ppt_w</p:attrName>
                                        </p:attrNameLst>
                                      </p:cBhvr>
                                      <p:tavLst>
                                        <p:tav tm="0">
                                          <p:val>
                                            <p:strVal val="(6*min(max(#ppt_w*#ppt_h,.3),1)-7.4)/-.7*#ppt_w"/>
                                          </p:val>
                                        </p:tav>
                                        <p:tav tm="100000">
                                          <p:val>
                                            <p:strVal val="#ppt_w"/>
                                          </p:val>
                                        </p:tav>
                                      </p:tavLst>
                                    </p:anim>
                                    <p:anim calcmode="lin" valueType="num">
                                      <p:cBhvr>
                                        <p:cTn id="29" dur="500" fill="hold"/>
                                        <p:tgtEl>
                                          <p:spTgt spid="28680"/>
                                        </p:tgtEl>
                                        <p:attrNameLst>
                                          <p:attrName>ppt_h</p:attrName>
                                        </p:attrNameLst>
                                      </p:cBhvr>
                                      <p:tavLst>
                                        <p:tav tm="0">
                                          <p:val>
                                            <p:strVal val="(6*min(max(#ppt_w*#ppt_h,.3),1)-7.4)/-.7*#ppt_h"/>
                                          </p:val>
                                        </p:tav>
                                        <p:tav tm="100000">
                                          <p:val>
                                            <p:strVal val="#ppt_h"/>
                                          </p:val>
                                        </p:tav>
                                      </p:tavLst>
                                    </p:anim>
                                    <p:anim calcmode="lin" valueType="num">
                                      <p:cBhvr>
                                        <p:cTn id="30" dur="500" fill="hold"/>
                                        <p:tgtEl>
                                          <p:spTgt spid="28680"/>
                                        </p:tgtEl>
                                        <p:attrNameLst>
                                          <p:attrName>ppt_x</p:attrName>
                                        </p:attrNameLst>
                                      </p:cBhvr>
                                      <p:tavLst>
                                        <p:tav tm="0">
                                          <p:val>
                                            <p:fltVal val="0.5"/>
                                          </p:val>
                                        </p:tav>
                                        <p:tav tm="100000">
                                          <p:val>
                                            <p:strVal val="#ppt_x"/>
                                          </p:val>
                                        </p:tav>
                                      </p:tavLst>
                                    </p:anim>
                                    <p:anim calcmode="lin" valueType="num">
                                      <p:cBhvr>
                                        <p:cTn id="31" dur="500" fill="hold"/>
                                        <p:tgtEl>
                                          <p:spTgt spid="28680"/>
                                        </p:tgtEl>
                                        <p:attrNameLst>
                                          <p:attrName>ppt_y</p:attrName>
                                        </p:attrNameLst>
                                      </p:cBhvr>
                                      <p:tavLst>
                                        <p:tav tm="0">
                                          <p:val>
                                            <p:strVal val="1+(6*min(max(#ppt_w*#ppt_h,.3),1)-7.4)/-.7*#ppt_h/2"/>
                                          </p:val>
                                        </p:tav>
                                        <p:tav tm="100000">
                                          <p:val>
                                            <p:strVal val="#ppt_y"/>
                                          </p:val>
                                        </p:tav>
                                      </p:tavLst>
                                    </p:anim>
                                  </p:childTnLst>
                                </p:cTn>
                              </p:par>
                            </p:childTnLst>
                          </p:cTn>
                        </p:par>
                        <p:par>
                          <p:cTn id="32" fill="hold" nodeType="afterGroup">
                            <p:stCondLst>
                              <p:cond delay="7500"/>
                            </p:stCondLst>
                            <p:childTnLst>
                              <p:par>
                                <p:cTn id="33" presetID="16" presetClass="entr" presetSubtype="26" fill="hold" grpId="0" nodeType="afterEffect">
                                  <p:stCondLst>
                                    <p:cond delay="0"/>
                                  </p:stCondLst>
                                  <p:childTnLst>
                                    <p:set>
                                      <p:cBhvr>
                                        <p:cTn id="34" dur="1" fill="hold">
                                          <p:stCondLst>
                                            <p:cond delay="0"/>
                                          </p:stCondLst>
                                        </p:cTn>
                                        <p:tgtEl>
                                          <p:spTgt spid="28682"/>
                                        </p:tgtEl>
                                        <p:attrNameLst>
                                          <p:attrName>style.visibility</p:attrName>
                                        </p:attrNameLst>
                                      </p:cBhvr>
                                      <p:to>
                                        <p:strVal val="visible"/>
                                      </p:to>
                                    </p:set>
                                    <p:animEffect transition="in" filter="barn(inHorizontal)">
                                      <p:cBhvr>
                                        <p:cTn id="35" dur="500"/>
                                        <p:tgtEl>
                                          <p:spTgt spid="28682"/>
                                        </p:tgtEl>
                                      </p:cBhvr>
                                    </p:animEffect>
                                  </p:childTnLst>
                                </p:cTn>
                              </p:par>
                            </p:childTnLst>
                          </p:cTn>
                        </p:par>
                        <p:par>
                          <p:cTn id="36" fill="hold" nodeType="afterGroup">
                            <p:stCondLst>
                              <p:cond delay="8000"/>
                            </p:stCondLst>
                            <p:childTnLst>
                              <p:par>
                                <p:cTn id="37" presetID="6" presetClass="emph" presetSubtype="0" fill="hold" grpId="1" nodeType="afterEffect">
                                  <p:stCondLst>
                                    <p:cond delay="0"/>
                                  </p:stCondLst>
                                  <p:childTnLst>
                                    <p:animScale>
                                      <p:cBhvr>
                                        <p:cTn id="38" dur="2000" fill="hold"/>
                                        <p:tgtEl>
                                          <p:spTgt spid="28682"/>
                                        </p:tgtEl>
                                      </p:cBhvr>
                                      <p:by x="150000" y="150000"/>
                                    </p:animScale>
                                  </p:childTnLst>
                                </p:cTn>
                              </p:par>
                            </p:childTnLst>
                          </p:cTn>
                        </p:par>
                        <p:par>
                          <p:cTn id="39" fill="hold" nodeType="afterGroup">
                            <p:stCondLst>
                              <p:cond delay="10000"/>
                            </p:stCondLst>
                            <p:childTnLst>
                              <p:par>
                                <p:cTn id="40" presetID="8" presetClass="emph" presetSubtype="0" fill="hold" grpId="2" nodeType="afterEffect">
                                  <p:stCondLst>
                                    <p:cond delay="0"/>
                                  </p:stCondLst>
                                  <p:childTnLst>
                                    <p:animRot by="21600000">
                                      <p:cBhvr>
                                        <p:cTn id="41" dur="2000" fill="hold"/>
                                        <p:tgtEl>
                                          <p:spTgt spid="28682"/>
                                        </p:tgtEl>
                                        <p:attrNameLst>
                                          <p:attrName>r</p:attrName>
                                        </p:attrNameLst>
                                      </p:cBhvr>
                                    </p:animRot>
                                  </p:childTnLst>
                                </p:cTn>
                              </p:par>
                            </p:childTnLst>
                          </p:cTn>
                        </p:par>
                        <p:par>
                          <p:cTn id="42" fill="hold" nodeType="afterGroup">
                            <p:stCondLst>
                              <p:cond delay="12000"/>
                            </p:stCondLst>
                            <p:childTnLst>
                              <p:par>
                                <p:cTn id="43" presetID="6" presetClass="emph" presetSubtype="0" fill="hold" grpId="3" nodeType="afterEffect">
                                  <p:stCondLst>
                                    <p:cond delay="0"/>
                                  </p:stCondLst>
                                  <p:childTnLst>
                                    <p:animScale>
                                      <p:cBhvr>
                                        <p:cTn id="44" dur="2000" fill="hold"/>
                                        <p:tgtEl>
                                          <p:spTgt spid="28682"/>
                                        </p:tgtEl>
                                      </p:cBhvr>
                                      <p:by x="50000" y="100000"/>
                                    </p:animScale>
                                  </p:childTnLst>
                                </p:cTn>
                              </p:par>
                            </p:childTnLst>
                          </p:cTn>
                        </p:par>
                        <p:par>
                          <p:cTn id="45" fill="hold" nodeType="afterGroup">
                            <p:stCondLst>
                              <p:cond delay="14000"/>
                            </p:stCondLst>
                            <p:childTnLst>
                              <p:par>
                                <p:cTn id="46" presetID="6" presetClass="emph" presetSubtype="0" fill="hold" grpId="4" nodeType="afterEffect">
                                  <p:stCondLst>
                                    <p:cond delay="0"/>
                                  </p:stCondLst>
                                  <p:childTnLst>
                                    <p:animScale>
                                      <p:cBhvr>
                                        <p:cTn id="47" dur="2000" fill="hold"/>
                                        <p:tgtEl>
                                          <p:spTgt spid="28682"/>
                                        </p:tgtEl>
                                      </p:cBhvr>
                                      <p:by x="100000" y="150000"/>
                                    </p:animScale>
                                  </p:childTnLst>
                                </p:cTn>
                              </p:par>
                            </p:childTnLst>
                          </p:cTn>
                        </p:par>
                        <p:par>
                          <p:cTn id="48" fill="hold" nodeType="afterGroup">
                            <p:stCondLst>
                              <p:cond delay="16000"/>
                            </p:stCondLst>
                            <p:childTnLst>
                              <p:par>
                                <p:cTn id="49" presetID="6" presetClass="emph" presetSubtype="0" fill="hold" grpId="5" nodeType="afterEffect">
                                  <p:stCondLst>
                                    <p:cond delay="0"/>
                                  </p:stCondLst>
                                  <p:childTnLst>
                                    <p:animScale>
                                      <p:cBhvr>
                                        <p:cTn id="50" dur="2000" fill="hold"/>
                                        <p:tgtEl>
                                          <p:spTgt spid="28682"/>
                                        </p:tgtEl>
                                      </p:cBhvr>
                                      <p:by x="150000" y="100000"/>
                                    </p:animScale>
                                  </p:childTnLst>
                                </p:cTn>
                              </p:par>
                            </p:childTnLst>
                          </p:cTn>
                        </p:par>
                        <p:par>
                          <p:cTn id="51" fill="hold" nodeType="afterGroup">
                            <p:stCondLst>
                              <p:cond delay="18000"/>
                            </p:stCondLst>
                            <p:childTnLst>
                              <p:par>
                                <p:cTn id="52" presetID="6" presetClass="emph" presetSubtype="0" fill="hold" grpId="6" nodeType="afterEffect">
                                  <p:stCondLst>
                                    <p:cond delay="0"/>
                                  </p:stCondLst>
                                  <p:childTnLst>
                                    <p:animScale>
                                      <p:cBhvr>
                                        <p:cTn id="53" dur="2000" fill="hold"/>
                                        <p:tgtEl>
                                          <p:spTgt spid="28682"/>
                                        </p:tgtEl>
                                      </p:cBhvr>
                                      <p:by x="100000" y="7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autoUpdateAnimBg="0"/>
      <p:bldP spid="28677" grpId="0" autoUpdateAnimBg="0"/>
      <p:bldP spid="28678" grpId="0" autoUpdateAnimBg="0"/>
      <p:bldP spid="28679" grpId="0" autoUpdateAnimBg="0"/>
      <p:bldP spid="28680" grpId="0" autoUpdateAnimBg="0"/>
      <p:bldP spid="28682" grpId="0"/>
      <p:bldP spid="28682" grpId="1"/>
      <p:bldP spid="28682" grpId="2"/>
      <p:bldP spid="28682" grpId="3"/>
      <p:bldP spid="28682" grpId="4"/>
      <p:bldP spid="28682" grpId="5"/>
      <p:bldP spid="28682" grpId="6"/>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A66E5B4-6A7A-4FAF-8835-97A161F8D14B}"/>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Line ‘</a:t>
            </a:r>
            <a:r>
              <a:rPr lang="en-US" altLang="en-US" sz="3200" dirty="0" err="1">
                <a:solidFill>
                  <a:srgbClr val="0A20C6"/>
                </a:solidFill>
                <a:latin typeface="Arial" panose="020B0604020202020204" pitchFamily="34" charset="0"/>
                <a:cs typeface="Arial" panose="020B0604020202020204" pitchFamily="34" charset="0"/>
              </a:rPr>
              <a:t>Em</a:t>
            </a:r>
            <a:r>
              <a:rPr lang="en-US" altLang="en-US" sz="3200" dirty="0">
                <a:solidFill>
                  <a:srgbClr val="0A20C6"/>
                </a:solidFill>
                <a:latin typeface="Arial" panose="020B0604020202020204" pitchFamily="34" charset="0"/>
                <a:cs typeface="Arial" panose="020B0604020202020204" pitchFamily="34" charset="0"/>
              </a:rPr>
              <a:t> Up</a:t>
            </a:r>
          </a:p>
        </p:txBody>
      </p:sp>
      <p:sp>
        <p:nvSpPr>
          <p:cNvPr id="36867" name="Rectangle 3">
            <a:extLst>
              <a:ext uri="{FF2B5EF4-FFF2-40B4-BE49-F238E27FC236}">
                <a16:creationId xmlns:a16="http://schemas.microsoft.com/office/drawing/2014/main" id="{7CC8FC54-58C0-4F03-B705-69DAADB2C84B}"/>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This is a bad drawing</a:t>
            </a:r>
          </a:p>
          <a:p>
            <a:r>
              <a:rPr lang="en-US" altLang="en-US" dirty="0">
                <a:latin typeface="Arial" panose="020B0604020202020204" pitchFamily="34" charset="0"/>
                <a:cs typeface="Arial" panose="020B0604020202020204" pitchFamily="34" charset="0"/>
              </a:rPr>
              <a:t>Put in some effort</a:t>
            </a:r>
          </a:p>
        </p:txBody>
      </p:sp>
      <p:sp>
        <p:nvSpPr>
          <p:cNvPr id="36869" name="Line 5">
            <a:extLst>
              <a:ext uri="{FF2B5EF4-FFF2-40B4-BE49-F238E27FC236}">
                <a16:creationId xmlns:a16="http://schemas.microsoft.com/office/drawing/2014/main" id="{9B1AEF3F-6CAB-44AF-A4B5-A8E39329990F}"/>
              </a:ext>
            </a:extLst>
          </p:cNvPr>
          <p:cNvSpPr>
            <a:spLocks noChangeShapeType="1"/>
          </p:cNvSpPr>
          <p:nvPr/>
        </p:nvSpPr>
        <p:spPr bwMode="auto">
          <a:xfrm>
            <a:off x="5181600" y="2133600"/>
            <a:ext cx="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70" name="Line 6">
            <a:extLst>
              <a:ext uri="{FF2B5EF4-FFF2-40B4-BE49-F238E27FC236}">
                <a16:creationId xmlns:a16="http://schemas.microsoft.com/office/drawing/2014/main" id="{E869A43C-F75C-4542-A3F6-BF923956AD50}"/>
              </a:ext>
            </a:extLst>
          </p:cNvPr>
          <p:cNvSpPr>
            <a:spLocks noChangeShapeType="1"/>
          </p:cNvSpPr>
          <p:nvPr/>
        </p:nvSpPr>
        <p:spPr bwMode="auto">
          <a:xfrm>
            <a:off x="5105400" y="2057400"/>
            <a:ext cx="152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72" name="Line 8">
            <a:extLst>
              <a:ext uri="{FF2B5EF4-FFF2-40B4-BE49-F238E27FC236}">
                <a16:creationId xmlns:a16="http://schemas.microsoft.com/office/drawing/2014/main" id="{E2392A1D-92DD-496F-B4BC-7E13B893767F}"/>
              </a:ext>
            </a:extLst>
          </p:cNvPr>
          <p:cNvSpPr>
            <a:spLocks noChangeShapeType="1"/>
          </p:cNvSpPr>
          <p:nvPr/>
        </p:nvSpPr>
        <p:spPr bwMode="auto">
          <a:xfrm flipH="1">
            <a:off x="6629400" y="2133600"/>
            <a:ext cx="76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73" name="Line 9">
            <a:extLst>
              <a:ext uri="{FF2B5EF4-FFF2-40B4-BE49-F238E27FC236}">
                <a16:creationId xmlns:a16="http://schemas.microsoft.com/office/drawing/2014/main" id="{0185FE24-4ABE-4E61-9BF6-8DE99EA62A40}"/>
              </a:ext>
            </a:extLst>
          </p:cNvPr>
          <p:cNvSpPr>
            <a:spLocks noChangeShapeType="1"/>
          </p:cNvSpPr>
          <p:nvPr/>
        </p:nvSpPr>
        <p:spPr bwMode="auto">
          <a:xfrm flipH="1">
            <a:off x="5029200" y="33528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74" name="Text Box 10">
            <a:extLst>
              <a:ext uri="{FF2B5EF4-FFF2-40B4-BE49-F238E27FC236}">
                <a16:creationId xmlns:a16="http://schemas.microsoft.com/office/drawing/2014/main" id="{90E89146-D5D2-4DCF-B23F-5C97B5DB684A}"/>
              </a:ext>
            </a:extLst>
          </p:cNvPr>
          <p:cNvSpPr txBox="1">
            <a:spLocks noChangeArrowheads="1"/>
          </p:cNvSpPr>
          <p:nvPr/>
        </p:nvSpPr>
        <p:spPr bwMode="auto">
          <a:xfrm>
            <a:off x="5394325" y="2422525"/>
            <a:ext cx="963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FPGA</a:t>
            </a:r>
          </a:p>
        </p:txBody>
      </p:sp>
      <p:sp>
        <p:nvSpPr>
          <p:cNvPr id="36875" name="Rectangle 11">
            <a:extLst>
              <a:ext uri="{FF2B5EF4-FFF2-40B4-BE49-F238E27FC236}">
                <a16:creationId xmlns:a16="http://schemas.microsoft.com/office/drawing/2014/main" id="{622D9D02-68D4-4E77-8414-84AD9BAABA79}"/>
              </a:ext>
            </a:extLst>
          </p:cNvPr>
          <p:cNvSpPr>
            <a:spLocks noChangeArrowheads="1"/>
          </p:cNvSpPr>
          <p:nvPr/>
        </p:nvSpPr>
        <p:spPr bwMode="auto">
          <a:xfrm>
            <a:off x="6096000" y="4648200"/>
            <a:ext cx="1828800" cy="1524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CPU</a:t>
            </a:r>
          </a:p>
        </p:txBody>
      </p:sp>
      <p:sp>
        <p:nvSpPr>
          <p:cNvPr id="36876" name="Line 12">
            <a:extLst>
              <a:ext uri="{FF2B5EF4-FFF2-40B4-BE49-F238E27FC236}">
                <a16:creationId xmlns:a16="http://schemas.microsoft.com/office/drawing/2014/main" id="{3AFB7369-3A68-4ED1-A145-9D0BB993AF97}"/>
              </a:ext>
            </a:extLst>
          </p:cNvPr>
          <p:cNvSpPr>
            <a:spLocks noChangeShapeType="1"/>
          </p:cNvSpPr>
          <p:nvPr/>
        </p:nvSpPr>
        <p:spPr bwMode="auto">
          <a:xfrm flipH="1">
            <a:off x="5410200" y="3276600"/>
            <a:ext cx="228600" cy="198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79" name="Line 15">
            <a:extLst>
              <a:ext uri="{FF2B5EF4-FFF2-40B4-BE49-F238E27FC236}">
                <a16:creationId xmlns:a16="http://schemas.microsoft.com/office/drawing/2014/main" id="{EB4B492D-5172-47ED-B25C-58A86174421C}"/>
              </a:ext>
            </a:extLst>
          </p:cNvPr>
          <p:cNvSpPr>
            <a:spLocks noChangeShapeType="1"/>
          </p:cNvSpPr>
          <p:nvPr/>
        </p:nvSpPr>
        <p:spPr bwMode="auto">
          <a:xfrm>
            <a:off x="5334000" y="5257800"/>
            <a:ext cx="1219200" cy="228600"/>
          </a:xfrm>
          <a:prstGeom prst="line">
            <a:avLst/>
          </a:prstGeom>
          <a:noFill/>
          <a:ln w="762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D5C14E3A-0A7D-4A5F-B633-0A6EC62E1F0D}"/>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The Art of Suspense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BE182C6-1E8E-4F8D-8DC2-AD2ABD62E7A0}"/>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The Art of Suspense</a:t>
            </a:r>
          </a:p>
        </p:txBody>
      </p:sp>
      <p:sp>
        <p:nvSpPr>
          <p:cNvPr id="20483" name="Rectangle 3">
            <a:extLst>
              <a:ext uri="{FF2B5EF4-FFF2-40B4-BE49-F238E27FC236}">
                <a16:creationId xmlns:a16="http://schemas.microsoft.com/office/drawing/2014/main" id="{66A451F4-0EAB-40D6-ADDE-F69C9E950BA6}"/>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Don’t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741E85C-4CA2-41D8-AE37-08F67DDDC1B7}"/>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The Art of Suspense</a:t>
            </a:r>
          </a:p>
        </p:txBody>
      </p:sp>
      <p:sp>
        <p:nvSpPr>
          <p:cNvPr id="21507" name="Rectangle 3">
            <a:extLst>
              <a:ext uri="{FF2B5EF4-FFF2-40B4-BE49-F238E27FC236}">
                <a16:creationId xmlns:a16="http://schemas.microsoft.com/office/drawing/2014/main" id="{8BBABA2A-C0F9-473B-B462-48F034FAC6D9}"/>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Don’t</a:t>
            </a:r>
          </a:p>
          <a:p>
            <a:r>
              <a:rPr lang="en-US" altLang="en-US" dirty="0">
                <a:latin typeface="Arial" panose="020B0604020202020204" pitchFamily="34" charset="0"/>
                <a:cs typeface="Arial" panose="020B0604020202020204" pitchFamily="34" charset="0"/>
              </a:rPr>
              <a:t>Be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C68E772-D813-42C2-826B-37B84F878CBA}"/>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The Art of Suspense</a:t>
            </a:r>
          </a:p>
        </p:txBody>
      </p:sp>
      <p:sp>
        <p:nvSpPr>
          <p:cNvPr id="22531" name="Rectangle 3">
            <a:extLst>
              <a:ext uri="{FF2B5EF4-FFF2-40B4-BE49-F238E27FC236}">
                <a16:creationId xmlns:a16="http://schemas.microsoft.com/office/drawing/2014/main" id="{8FB8C262-E81E-4EE0-90F3-F74A0DC2C4E4}"/>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Don’t</a:t>
            </a:r>
          </a:p>
          <a:p>
            <a:r>
              <a:rPr lang="en-US" altLang="en-US" dirty="0">
                <a:latin typeface="Arial" panose="020B0604020202020204" pitchFamily="34" charset="0"/>
                <a:cs typeface="Arial" panose="020B0604020202020204" pitchFamily="34" charset="0"/>
              </a:rPr>
              <a:t>Be</a:t>
            </a:r>
          </a:p>
          <a:p>
            <a:r>
              <a:rPr lang="en-US" altLang="en-US" dirty="0">
                <a:latin typeface="Arial" panose="020B0604020202020204" pitchFamily="34" charset="0"/>
                <a:cs typeface="Arial" panose="020B0604020202020204" pitchFamily="34" charset="0"/>
              </a:rPr>
              <a:t>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EEE2091-44BA-4CC3-BF7B-CC697A764D57}"/>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The Art of Suspense</a:t>
            </a:r>
          </a:p>
        </p:txBody>
      </p:sp>
      <p:sp>
        <p:nvSpPr>
          <p:cNvPr id="23555" name="Rectangle 3">
            <a:extLst>
              <a:ext uri="{FF2B5EF4-FFF2-40B4-BE49-F238E27FC236}">
                <a16:creationId xmlns:a16="http://schemas.microsoft.com/office/drawing/2014/main" id="{989D40E6-5B86-4EFB-AF86-AFB17D8E2AC2}"/>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Don’t</a:t>
            </a:r>
          </a:p>
          <a:p>
            <a:r>
              <a:rPr lang="en-US" altLang="en-US" dirty="0">
                <a:latin typeface="Arial" panose="020B0604020202020204" pitchFamily="34" charset="0"/>
                <a:cs typeface="Arial" panose="020B0604020202020204" pitchFamily="34" charset="0"/>
              </a:rPr>
              <a:t>Be</a:t>
            </a:r>
          </a:p>
          <a:p>
            <a:r>
              <a:rPr lang="en-US" altLang="en-US" dirty="0">
                <a:latin typeface="Arial" panose="020B0604020202020204" pitchFamily="34" charset="0"/>
                <a:cs typeface="Arial" panose="020B0604020202020204" pitchFamily="34" charset="0"/>
              </a:rPr>
              <a:t>A</a:t>
            </a:r>
          </a:p>
          <a:p>
            <a:r>
              <a:rPr lang="en-US" altLang="en-US" dirty="0">
                <a:latin typeface="Arial" panose="020B0604020202020204" pitchFamily="34" charset="0"/>
                <a:cs typeface="Arial" panose="020B0604020202020204" pitchFamily="34" charset="0"/>
              </a:rPr>
              <a:t>Tease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09FD2357-DA17-417B-BFC3-EE74345682CA}"/>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Anticipatory Lecturing</a:t>
            </a:r>
          </a:p>
        </p:txBody>
      </p:sp>
      <p:sp>
        <p:nvSpPr>
          <p:cNvPr id="24579" name="Rectangle 3">
            <a:extLst>
              <a:ext uri="{FF2B5EF4-FFF2-40B4-BE49-F238E27FC236}">
                <a16:creationId xmlns:a16="http://schemas.microsoft.com/office/drawing/2014/main" id="{5911E51A-9266-4CD0-9C86-49F22075E261}"/>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Don’t Be A Tease</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Let the audience think at their own pace</a:t>
            </a:r>
          </a:p>
          <a:p>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It only provides benefit if there’s a “surprise” result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E67DF91-8D21-4EE8-83F3-A41123516B09}"/>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Mommy, my eyes are burning!</a:t>
            </a:r>
          </a:p>
        </p:txBody>
      </p:sp>
      <p:sp>
        <p:nvSpPr>
          <p:cNvPr id="39939" name="Rectangle 3">
            <a:extLst>
              <a:ext uri="{FF2B5EF4-FFF2-40B4-BE49-F238E27FC236}">
                <a16:creationId xmlns:a16="http://schemas.microsoft.com/office/drawing/2014/main" id="{DF769B32-93BD-4527-A777-A91A0FAD785C}"/>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Can you look at this for 45 minutes?</a:t>
            </a:r>
          </a:p>
          <a:p>
            <a:r>
              <a:rPr lang="en-US" altLang="en-US" dirty="0">
                <a:solidFill>
                  <a:srgbClr val="FF00F9"/>
                </a:solidFill>
                <a:latin typeface="Arial" panose="020B0604020202020204" pitchFamily="34" charset="0"/>
                <a:cs typeface="Arial" panose="020B0604020202020204" pitchFamily="34" charset="0"/>
              </a:rPr>
              <a:t>Colors look different on every LCD projector</a:t>
            </a:r>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Colors look different between transparencies and projector</a:t>
            </a:r>
          </a:p>
          <a:p>
            <a:endParaRPr lang="en-US" altLang="en-US" dirty="0">
              <a:latin typeface="Arial" panose="020B0604020202020204" pitchFamily="34" charset="0"/>
              <a:cs typeface="Arial" panose="020B0604020202020204" pitchFamily="34" charset="0"/>
            </a:endParaRPr>
          </a:p>
          <a:p>
            <a:r>
              <a:rPr lang="en-US" altLang="en-US" dirty="0">
                <a:solidFill>
                  <a:srgbClr val="FFFFFF"/>
                </a:solidFill>
                <a:latin typeface="Arial" panose="020B0604020202020204" pitchFamily="34" charset="0"/>
                <a:cs typeface="Arial" panose="020B0604020202020204" pitchFamily="34" charset="0"/>
              </a:rPr>
              <a:t>Side note: if printing slides, may want to choose white background to save ink!</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A25E56E-921D-437F-9C5E-BC94151A24FF}"/>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I See A Ghost</a:t>
            </a:r>
          </a:p>
        </p:txBody>
      </p:sp>
      <p:sp>
        <p:nvSpPr>
          <p:cNvPr id="90115" name="Rectangle 3">
            <a:extLst>
              <a:ext uri="{FF2B5EF4-FFF2-40B4-BE49-F238E27FC236}">
                <a16:creationId xmlns:a16="http://schemas.microsoft.com/office/drawing/2014/main" id="{70661AF8-723A-4746-BEDF-682E41BF3794}"/>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More contrast on monitor than projector</a:t>
            </a:r>
          </a:p>
          <a:p>
            <a:r>
              <a:rPr lang="en-US" altLang="en-US" dirty="0">
                <a:latin typeface="Arial" panose="020B0604020202020204" pitchFamily="34" charset="0"/>
                <a:cs typeface="Arial" panose="020B0604020202020204" pitchFamily="34" charset="0"/>
              </a:rPr>
              <a:t>Different projectors == different results</a:t>
            </a:r>
          </a:p>
          <a:p>
            <a:r>
              <a:rPr lang="en-US" altLang="en-US" dirty="0">
                <a:latin typeface="Arial" panose="020B0604020202020204" pitchFamily="34" charset="0"/>
                <a:cs typeface="Arial" panose="020B0604020202020204" pitchFamily="34" charset="0"/>
              </a:rPr>
              <a:t>Colors to avoid with white are: </a:t>
            </a:r>
          </a:p>
          <a:p>
            <a:pPr lvl="1"/>
            <a:r>
              <a:rPr lang="en-US" altLang="en-US" dirty="0">
                <a:solidFill>
                  <a:srgbClr val="CCFFCC"/>
                </a:solidFill>
                <a:latin typeface="Arial" panose="020B0604020202020204" pitchFamily="34" charset="0"/>
                <a:cs typeface="Arial" panose="020B0604020202020204" pitchFamily="34" charset="0"/>
              </a:rPr>
              <a:t>Light Green</a:t>
            </a:r>
          </a:p>
          <a:p>
            <a:pPr lvl="1"/>
            <a:r>
              <a:rPr lang="en-US" altLang="en-US" dirty="0">
                <a:solidFill>
                  <a:srgbClr val="CCECFF"/>
                </a:solidFill>
                <a:latin typeface="Arial" panose="020B0604020202020204" pitchFamily="34" charset="0"/>
                <a:cs typeface="Arial" panose="020B0604020202020204" pitchFamily="34" charset="0"/>
              </a:rPr>
              <a:t>Light Blue</a:t>
            </a:r>
          </a:p>
          <a:p>
            <a:pPr lvl="1"/>
            <a:r>
              <a:rPr lang="en-US" altLang="en-US" dirty="0">
                <a:solidFill>
                  <a:srgbClr val="FFFF99"/>
                </a:solidFill>
                <a:latin typeface="Arial" panose="020B0604020202020204" pitchFamily="34" charset="0"/>
                <a:cs typeface="Arial" panose="020B0604020202020204" pitchFamily="34" charset="0"/>
              </a:rPr>
              <a:t>Pale Yellow</a:t>
            </a:r>
          </a:p>
          <a:p>
            <a:endParaRPr lang="en-US" altLang="en-US" dirty="0">
              <a:solidFill>
                <a:srgbClr val="FFFF99"/>
              </a:solidFill>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Your slides should have good contrast</a:t>
            </a:r>
          </a:p>
        </p:txBody>
      </p:sp>
      <p:sp>
        <p:nvSpPr>
          <p:cNvPr id="90116" name="Rectangle 4">
            <a:extLst>
              <a:ext uri="{FF2B5EF4-FFF2-40B4-BE49-F238E27FC236}">
                <a16:creationId xmlns:a16="http://schemas.microsoft.com/office/drawing/2014/main" id="{6454633A-4E5E-4105-9987-9748D9EFE9DE}"/>
              </a:ext>
            </a:extLst>
          </p:cNvPr>
          <p:cNvSpPr>
            <a:spLocks noChangeArrowheads="1"/>
          </p:cNvSpPr>
          <p:nvPr/>
        </p:nvSpPr>
        <p:spPr bwMode="auto">
          <a:xfrm>
            <a:off x="4724400" y="3429000"/>
            <a:ext cx="3246438" cy="15240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en-US">
                <a:solidFill>
                  <a:schemeClr val="bg1"/>
                </a:solidFill>
              </a:rPr>
              <a:t>Usually can’t read this…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CF0D4019-90EA-4255-8A48-8D18DD8696E4}"/>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Contrast Guidelines</a:t>
            </a:r>
          </a:p>
        </p:txBody>
      </p:sp>
      <p:sp>
        <p:nvSpPr>
          <p:cNvPr id="91139" name="Rectangle 3">
            <a:extLst>
              <a:ext uri="{FF2B5EF4-FFF2-40B4-BE49-F238E27FC236}">
                <a16:creationId xmlns:a16="http://schemas.microsoft.com/office/drawing/2014/main" id="{08F54C68-31EB-4270-AC4C-EADF1CE393CF}"/>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White background, black text is clearest</a:t>
            </a:r>
          </a:p>
          <a:p>
            <a:pPr lvl="1"/>
            <a:r>
              <a:rPr lang="en-US" altLang="en-US" dirty="0">
                <a:latin typeface="Arial" panose="020B0604020202020204" pitchFamily="34" charset="0"/>
                <a:cs typeface="Arial" panose="020B0604020202020204" pitchFamily="34" charset="0"/>
              </a:rPr>
              <a:t>Can use other (dark) text colors…</a:t>
            </a:r>
          </a:p>
          <a:p>
            <a:pPr lvl="1"/>
            <a:r>
              <a:rPr lang="en-US" altLang="en-US" dirty="0">
                <a:latin typeface="Arial" panose="020B0604020202020204" pitchFamily="34" charset="0"/>
                <a:cs typeface="Arial" panose="020B0604020202020204" pitchFamily="34" charset="0"/>
              </a:rPr>
              <a:t>But be careful -- don’t be distracting!</a:t>
            </a:r>
          </a:p>
          <a:p>
            <a:r>
              <a:rPr lang="en-US" altLang="en-US" dirty="0">
                <a:latin typeface="Arial" panose="020B0604020202020204" pitchFamily="34" charset="0"/>
                <a:cs typeface="Arial" panose="020B0604020202020204" pitchFamily="34" charset="0"/>
              </a:rPr>
              <a:t>Make sure to not use light-on-white or white-on-light</a:t>
            </a:r>
          </a:p>
          <a:p>
            <a:r>
              <a:rPr lang="en-US" altLang="en-US" dirty="0">
                <a:latin typeface="Arial" panose="020B0604020202020204" pitchFamily="34" charset="0"/>
                <a:cs typeface="Arial" panose="020B0604020202020204" pitchFamily="34" charset="0"/>
              </a:rPr>
              <a:t>Don’t using glaring colors</a:t>
            </a:r>
          </a:p>
          <a:p>
            <a:pPr lvl="1"/>
            <a:r>
              <a:rPr lang="en-US" altLang="en-US" dirty="0">
                <a:latin typeface="Arial" panose="020B0604020202020204" pitchFamily="34" charset="0"/>
                <a:cs typeface="Arial" panose="020B0604020202020204" pitchFamily="34" charset="0"/>
              </a:rPr>
              <a:t>If not an art major, don’t have to get fancy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F5C0F1A-3706-47D1-B36B-B982850ECB32}"/>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Equations</a:t>
            </a:r>
          </a:p>
        </p:txBody>
      </p:sp>
      <p:sp>
        <p:nvSpPr>
          <p:cNvPr id="37891" name="Rectangle 3">
            <a:extLst>
              <a:ext uri="{FF2B5EF4-FFF2-40B4-BE49-F238E27FC236}">
                <a16:creationId xmlns:a16="http://schemas.microsoft.com/office/drawing/2014/main" id="{3A7EB82F-9925-49E6-81AB-3A272BA3D5D7}"/>
              </a:ext>
            </a:extLst>
          </p:cNvPr>
          <p:cNvSpPr>
            <a:spLocks noGrp="1" noChangeArrowheads="1"/>
          </p:cNvSpPr>
          <p:nvPr>
            <p:ph type="body" idx="1"/>
          </p:nvPr>
        </p:nvSpPr>
        <p:spPr/>
        <p:txBody>
          <a:bodyPr/>
          <a:lstStyle/>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r>
              <a:rPr lang="en-US" altLang="en-US" dirty="0" err="1">
                <a:latin typeface="Arial" panose="020B0604020202020204" pitchFamily="34" charset="0"/>
                <a:cs typeface="Arial" panose="020B0604020202020204" pitchFamily="34" charset="0"/>
              </a:rPr>
              <a:t>Ummm</a:t>
            </a:r>
            <a:r>
              <a:rPr lang="en-US" altLang="en-US" dirty="0">
                <a:latin typeface="Arial" panose="020B0604020202020204" pitchFamily="34" charset="0"/>
                <a:cs typeface="Arial" panose="020B0604020202020204" pitchFamily="34" charset="0"/>
              </a:rPr>
              <a:t>… okay…</a:t>
            </a:r>
          </a:p>
        </p:txBody>
      </p:sp>
      <p:pic>
        <p:nvPicPr>
          <p:cNvPr id="37903" name="Picture 15">
            <a:extLst>
              <a:ext uri="{FF2B5EF4-FFF2-40B4-BE49-F238E27FC236}">
                <a16:creationId xmlns:a16="http://schemas.microsoft.com/office/drawing/2014/main" id="{D1C3845F-2A1F-47CC-8244-F3FFD64D3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95400"/>
            <a:ext cx="8305800" cy="40147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E58F29D8-9975-4ED9-9180-A514727F1D98}"/>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Keep It Simple</a:t>
            </a:r>
          </a:p>
        </p:txBody>
      </p:sp>
      <p:sp>
        <p:nvSpPr>
          <p:cNvPr id="92163" name="Rectangle 3">
            <a:extLst>
              <a:ext uri="{FF2B5EF4-FFF2-40B4-BE49-F238E27FC236}">
                <a16:creationId xmlns:a16="http://schemas.microsoft.com/office/drawing/2014/main" id="{1DC6E1CF-61CD-4F08-B800-94A5E15D9718}"/>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Do you really need all those equations?</a:t>
            </a:r>
          </a:p>
          <a:p>
            <a:pPr lvl="1"/>
            <a:r>
              <a:rPr lang="en-US" altLang="en-US" dirty="0">
                <a:latin typeface="Arial" panose="020B0604020202020204" pitchFamily="34" charset="0"/>
                <a:cs typeface="Arial" panose="020B0604020202020204" pitchFamily="34" charset="0"/>
              </a:rPr>
              <a:t>This is very instance-dependent!</a:t>
            </a:r>
          </a:p>
          <a:p>
            <a:pPr lvl="1"/>
            <a:r>
              <a:rPr lang="en-US" altLang="en-US" dirty="0">
                <a:latin typeface="Arial" panose="020B0604020202020204" pitchFamily="34" charset="0"/>
                <a:cs typeface="Arial" panose="020B0604020202020204" pitchFamily="34" charset="0"/>
              </a:rPr>
              <a:t>Depends on what you’re discussing</a:t>
            </a:r>
          </a:p>
          <a:p>
            <a:pPr lvl="1"/>
            <a:r>
              <a:rPr lang="en-US" altLang="en-US" dirty="0">
                <a:latin typeface="Arial" panose="020B0604020202020204" pitchFamily="34" charset="0"/>
                <a:cs typeface="Arial" panose="020B0604020202020204" pitchFamily="34" charset="0"/>
              </a:rPr>
              <a:t>Depends on your audience</a:t>
            </a:r>
          </a:p>
          <a:p>
            <a:r>
              <a:rPr lang="en-US" altLang="en-US" dirty="0">
                <a:latin typeface="Arial" panose="020B0604020202020204" pitchFamily="34" charset="0"/>
                <a:cs typeface="Arial" panose="020B0604020202020204" pitchFamily="34" charset="0"/>
              </a:rPr>
              <a:t>Sometimes you may need them</a:t>
            </a:r>
          </a:p>
          <a:p>
            <a:pPr lvl="1"/>
            <a:r>
              <a:rPr lang="en-US" altLang="en-US" u="sng" dirty="0">
                <a:latin typeface="Arial" panose="020B0604020202020204" pitchFamily="34" charset="0"/>
                <a:cs typeface="Arial" panose="020B0604020202020204" pitchFamily="34" charset="0"/>
              </a:rPr>
              <a:t>Explain</a:t>
            </a:r>
            <a:r>
              <a:rPr lang="en-US" altLang="en-US" dirty="0">
                <a:latin typeface="Arial" panose="020B0604020202020204" pitchFamily="34" charset="0"/>
                <a:cs typeface="Arial" panose="020B0604020202020204" pitchFamily="34" charset="0"/>
              </a:rPr>
              <a:t> the variables and what they mean</a:t>
            </a:r>
          </a:p>
          <a:p>
            <a:pPr lvl="1"/>
            <a:r>
              <a:rPr lang="en-US" altLang="en-US" dirty="0">
                <a:latin typeface="Arial" panose="020B0604020202020204" pitchFamily="34" charset="0"/>
                <a:cs typeface="Arial" panose="020B0604020202020204" pitchFamily="34" charset="0"/>
              </a:rPr>
              <a:t>Give a “plain-text” description of it</a:t>
            </a:r>
          </a:p>
          <a:p>
            <a:r>
              <a:rPr lang="en-US" altLang="en-US" dirty="0">
                <a:latin typeface="Arial" panose="020B0604020202020204" pitchFamily="34" charset="0"/>
                <a:cs typeface="Arial" panose="020B0604020202020204" pitchFamily="34" charset="0"/>
              </a:rPr>
              <a:t>If you don’t need them, don’t use them!</a:t>
            </a:r>
          </a:p>
          <a:p>
            <a:pPr>
              <a:buFontTx/>
              <a:buNone/>
            </a:pPr>
            <a:endParaRPr lang="en-US" altLang="en-US" dirty="0">
              <a:latin typeface="Arial" panose="020B0604020202020204" pitchFamily="34" charset="0"/>
              <a:cs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12A40402-199F-49DC-AA89-D0F99563ECB0}"/>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Use Simple Examples</a:t>
            </a:r>
          </a:p>
        </p:txBody>
      </p:sp>
      <p:sp>
        <p:nvSpPr>
          <p:cNvPr id="52307" name="Rectangle 83">
            <a:extLst>
              <a:ext uri="{FF2B5EF4-FFF2-40B4-BE49-F238E27FC236}">
                <a16:creationId xmlns:a16="http://schemas.microsoft.com/office/drawing/2014/main" id="{D12444B6-8B82-4F6D-B83C-264D4F8AAE2E}"/>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This isn’t one.  It doesn’t help.</a:t>
            </a:r>
          </a:p>
        </p:txBody>
      </p:sp>
      <p:sp>
        <p:nvSpPr>
          <p:cNvPr id="52308" name="Line 84">
            <a:extLst>
              <a:ext uri="{FF2B5EF4-FFF2-40B4-BE49-F238E27FC236}">
                <a16:creationId xmlns:a16="http://schemas.microsoft.com/office/drawing/2014/main" id="{0487872D-2C2B-487F-8661-C133F8D95857}"/>
              </a:ext>
            </a:extLst>
          </p:cNvPr>
          <p:cNvSpPr>
            <a:spLocks noChangeShapeType="1"/>
          </p:cNvSpPr>
          <p:nvPr/>
        </p:nvSpPr>
        <p:spPr bwMode="auto">
          <a:xfrm flipV="1">
            <a:off x="1066800" y="51562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09" name="Line 85">
            <a:extLst>
              <a:ext uri="{FF2B5EF4-FFF2-40B4-BE49-F238E27FC236}">
                <a16:creationId xmlns:a16="http://schemas.microsoft.com/office/drawing/2014/main" id="{EF2FB392-716F-4C68-A692-9D1301918F90}"/>
              </a:ext>
            </a:extLst>
          </p:cNvPr>
          <p:cNvSpPr>
            <a:spLocks noChangeShapeType="1"/>
          </p:cNvSpPr>
          <p:nvPr/>
        </p:nvSpPr>
        <p:spPr bwMode="auto">
          <a:xfrm>
            <a:off x="1143000" y="56896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0" name="Line 86">
            <a:extLst>
              <a:ext uri="{FF2B5EF4-FFF2-40B4-BE49-F238E27FC236}">
                <a16:creationId xmlns:a16="http://schemas.microsoft.com/office/drawing/2014/main" id="{1C1205AD-DBF5-43D7-A509-157F32A37531}"/>
              </a:ext>
            </a:extLst>
          </p:cNvPr>
          <p:cNvSpPr>
            <a:spLocks noChangeShapeType="1"/>
          </p:cNvSpPr>
          <p:nvPr/>
        </p:nvSpPr>
        <p:spPr bwMode="auto">
          <a:xfrm flipH="1" flipV="1">
            <a:off x="762000" y="4927600"/>
            <a:ext cx="152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1" name="Line 87">
            <a:extLst>
              <a:ext uri="{FF2B5EF4-FFF2-40B4-BE49-F238E27FC236}">
                <a16:creationId xmlns:a16="http://schemas.microsoft.com/office/drawing/2014/main" id="{4FEABD6F-6F61-4BCE-AD39-5728AFF5791E}"/>
              </a:ext>
            </a:extLst>
          </p:cNvPr>
          <p:cNvSpPr>
            <a:spLocks noChangeShapeType="1"/>
          </p:cNvSpPr>
          <p:nvPr/>
        </p:nvSpPr>
        <p:spPr bwMode="auto">
          <a:xfrm>
            <a:off x="609600" y="4394200"/>
            <a:ext cx="76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2" name="Line 88">
            <a:extLst>
              <a:ext uri="{FF2B5EF4-FFF2-40B4-BE49-F238E27FC236}">
                <a16:creationId xmlns:a16="http://schemas.microsoft.com/office/drawing/2014/main" id="{9AB88BBF-0CAF-4E33-8FDC-AF754779D2F1}"/>
              </a:ext>
            </a:extLst>
          </p:cNvPr>
          <p:cNvSpPr>
            <a:spLocks noChangeShapeType="1"/>
          </p:cNvSpPr>
          <p:nvPr/>
        </p:nvSpPr>
        <p:spPr bwMode="auto">
          <a:xfrm flipV="1">
            <a:off x="685800" y="40132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3" name="Line 89">
            <a:extLst>
              <a:ext uri="{FF2B5EF4-FFF2-40B4-BE49-F238E27FC236}">
                <a16:creationId xmlns:a16="http://schemas.microsoft.com/office/drawing/2014/main" id="{AE160046-0D1D-4683-A3C0-619B5A857DCA}"/>
              </a:ext>
            </a:extLst>
          </p:cNvPr>
          <p:cNvSpPr>
            <a:spLocks noChangeShapeType="1"/>
          </p:cNvSpPr>
          <p:nvPr/>
        </p:nvSpPr>
        <p:spPr bwMode="auto">
          <a:xfrm>
            <a:off x="838200" y="29464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4" name="Line 90">
            <a:extLst>
              <a:ext uri="{FF2B5EF4-FFF2-40B4-BE49-F238E27FC236}">
                <a16:creationId xmlns:a16="http://schemas.microsoft.com/office/drawing/2014/main" id="{C851E2E8-7463-4A6A-A447-DD631C04B1CA}"/>
              </a:ext>
            </a:extLst>
          </p:cNvPr>
          <p:cNvSpPr>
            <a:spLocks noChangeShapeType="1"/>
          </p:cNvSpPr>
          <p:nvPr/>
        </p:nvSpPr>
        <p:spPr bwMode="auto">
          <a:xfrm flipH="1">
            <a:off x="1066800" y="3403600"/>
            <a:ext cx="762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6" name="Line 92">
            <a:extLst>
              <a:ext uri="{FF2B5EF4-FFF2-40B4-BE49-F238E27FC236}">
                <a16:creationId xmlns:a16="http://schemas.microsoft.com/office/drawing/2014/main" id="{F3FD320D-752B-461E-90F2-2466A20E166B}"/>
              </a:ext>
            </a:extLst>
          </p:cNvPr>
          <p:cNvSpPr>
            <a:spLocks noChangeShapeType="1"/>
          </p:cNvSpPr>
          <p:nvPr/>
        </p:nvSpPr>
        <p:spPr bwMode="auto">
          <a:xfrm>
            <a:off x="685800" y="4851400"/>
            <a:ext cx="762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7" name="Line 93">
            <a:extLst>
              <a:ext uri="{FF2B5EF4-FFF2-40B4-BE49-F238E27FC236}">
                <a16:creationId xmlns:a16="http://schemas.microsoft.com/office/drawing/2014/main" id="{13A6C1E3-E7A2-49B0-94D6-104D928830E2}"/>
              </a:ext>
            </a:extLst>
          </p:cNvPr>
          <p:cNvSpPr>
            <a:spLocks noChangeShapeType="1"/>
          </p:cNvSpPr>
          <p:nvPr/>
        </p:nvSpPr>
        <p:spPr bwMode="auto">
          <a:xfrm flipV="1">
            <a:off x="685800" y="4165600"/>
            <a:ext cx="762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8" name="Line 94">
            <a:extLst>
              <a:ext uri="{FF2B5EF4-FFF2-40B4-BE49-F238E27FC236}">
                <a16:creationId xmlns:a16="http://schemas.microsoft.com/office/drawing/2014/main" id="{BF58012B-ED05-4B8C-AF58-4F2CD680AB45}"/>
              </a:ext>
            </a:extLst>
          </p:cNvPr>
          <p:cNvSpPr>
            <a:spLocks noChangeShapeType="1"/>
          </p:cNvSpPr>
          <p:nvPr/>
        </p:nvSpPr>
        <p:spPr bwMode="auto">
          <a:xfrm>
            <a:off x="990600" y="3937000"/>
            <a:ext cx="3810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19" name="Line 95">
            <a:extLst>
              <a:ext uri="{FF2B5EF4-FFF2-40B4-BE49-F238E27FC236}">
                <a16:creationId xmlns:a16="http://schemas.microsoft.com/office/drawing/2014/main" id="{A21472C2-AED3-4B1B-BCEA-22C6E7BA7FA9}"/>
              </a:ext>
            </a:extLst>
          </p:cNvPr>
          <p:cNvSpPr>
            <a:spLocks noChangeShapeType="1"/>
          </p:cNvSpPr>
          <p:nvPr/>
        </p:nvSpPr>
        <p:spPr bwMode="auto">
          <a:xfrm>
            <a:off x="1219200" y="3327400"/>
            <a:ext cx="685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0" name="Line 96">
            <a:extLst>
              <a:ext uri="{FF2B5EF4-FFF2-40B4-BE49-F238E27FC236}">
                <a16:creationId xmlns:a16="http://schemas.microsoft.com/office/drawing/2014/main" id="{C8A0AEB9-593B-4387-8DF4-ADB29ADEB0F0}"/>
              </a:ext>
            </a:extLst>
          </p:cNvPr>
          <p:cNvSpPr>
            <a:spLocks noChangeShapeType="1"/>
          </p:cNvSpPr>
          <p:nvPr/>
        </p:nvSpPr>
        <p:spPr bwMode="auto">
          <a:xfrm>
            <a:off x="1905000" y="3479800"/>
            <a:ext cx="1524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1" name="Line 97">
            <a:extLst>
              <a:ext uri="{FF2B5EF4-FFF2-40B4-BE49-F238E27FC236}">
                <a16:creationId xmlns:a16="http://schemas.microsoft.com/office/drawing/2014/main" id="{E8A519D9-D850-42B2-9D13-0BAF41E1CAF5}"/>
              </a:ext>
            </a:extLst>
          </p:cNvPr>
          <p:cNvSpPr>
            <a:spLocks noChangeShapeType="1"/>
          </p:cNvSpPr>
          <p:nvPr/>
        </p:nvSpPr>
        <p:spPr bwMode="auto">
          <a:xfrm flipV="1">
            <a:off x="1600200" y="38608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2" name="Line 98">
            <a:extLst>
              <a:ext uri="{FF2B5EF4-FFF2-40B4-BE49-F238E27FC236}">
                <a16:creationId xmlns:a16="http://schemas.microsoft.com/office/drawing/2014/main" id="{2185287B-E209-4570-82C3-8C45ADC69DD4}"/>
              </a:ext>
            </a:extLst>
          </p:cNvPr>
          <p:cNvSpPr>
            <a:spLocks noChangeShapeType="1"/>
          </p:cNvSpPr>
          <p:nvPr/>
        </p:nvSpPr>
        <p:spPr bwMode="auto">
          <a:xfrm>
            <a:off x="1143000" y="34036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3" name="Line 99">
            <a:extLst>
              <a:ext uri="{FF2B5EF4-FFF2-40B4-BE49-F238E27FC236}">
                <a16:creationId xmlns:a16="http://schemas.microsoft.com/office/drawing/2014/main" id="{2C8534AC-E540-474D-8F4D-F9B55AE3F46C}"/>
              </a:ext>
            </a:extLst>
          </p:cNvPr>
          <p:cNvSpPr>
            <a:spLocks noChangeShapeType="1"/>
          </p:cNvSpPr>
          <p:nvPr/>
        </p:nvSpPr>
        <p:spPr bwMode="auto">
          <a:xfrm>
            <a:off x="1371600" y="2641600"/>
            <a:ext cx="609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4" name="Line 100">
            <a:extLst>
              <a:ext uri="{FF2B5EF4-FFF2-40B4-BE49-F238E27FC236}">
                <a16:creationId xmlns:a16="http://schemas.microsoft.com/office/drawing/2014/main" id="{7184E195-ADDE-4D03-88CA-49893C2D7E13}"/>
              </a:ext>
            </a:extLst>
          </p:cNvPr>
          <p:cNvSpPr>
            <a:spLocks noChangeShapeType="1"/>
          </p:cNvSpPr>
          <p:nvPr/>
        </p:nvSpPr>
        <p:spPr bwMode="auto">
          <a:xfrm flipH="1">
            <a:off x="1905000" y="2946400"/>
            <a:ext cx="76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5" name="Line 101">
            <a:extLst>
              <a:ext uri="{FF2B5EF4-FFF2-40B4-BE49-F238E27FC236}">
                <a16:creationId xmlns:a16="http://schemas.microsoft.com/office/drawing/2014/main" id="{195D1B45-A84C-4EA5-8C05-9B57D30E2FC2}"/>
              </a:ext>
            </a:extLst>
          </p:cNvPr>
          <p:cNvSpPr>
            <a:spLocks noChangeShapeType="1"/>
          </p:cNvSpPr>
          <p:nvPr/>
        </p:nvSpPr>
        <p:spPr bwMode="auto">
          <a:xfrm flipV="1">
            <a:off x="2133600" y="2717800"/>
            <a:ext cx="5334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6" name="Line 102">
            <a:extLst>
              <a:ext uri="{FF2B5EF4-FFF2-40B4-BE49-F238E27FC236}">
                <a16:creationId xmlns:a16="http://schemas.microsoft.com/office/drawing/2014/main" id="{69A34C31-6958-4A49-838F-E7853B7CDB1F}"/>
              </a:ext>
            </a:extLst>
          </p:cNvPr>
          <p:cNvSpPr>
            <a:spLocks noChangeShapeType="1"/>
          </p:cNvSpPr>
          <p:nvPr/>
        </p:nvSpPr>
        <p:spPr bwMode="auto">
          <a:xfrm>
            <a:off x="2743200" y="27178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7" name="Line 103">
            <a:extLst>
              <a:ext uri="{FF2B5EF4-FFF2-40B4-BE49-F238E27FC236}">
                <a16:creationId xmlns:a16="http://schemas.microsoft.com/office/drawing/2014/main" id="{FABCCDF3-D61E-46A7-AADD-40C83D761E74}"/>
              </a:ext>
            </a:extLst>
          </p:cNvPr>
          <p:cNvSpPr>
            <a:spLocks noChangeShapeType="1"/>
          </p:cNvSpPr>
          <p:nvPr/>
        </p:nvSpPr>
        <p:spPr bwMode="auto">
          <a:xfrm>
            <a:off x="2819400" y="3251200"/>
            <a:ext cx="5334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8" name="Line 104">
            <a:extLst>
              <a:ext uri="{FF2B5EF4-FFF2-40B4-BE49-F238E27FC236}">
                <a16:creationId xmlns:a16="http://schemas.microsoft.com/office/drawing/2014/main" id="{6FD783B0-60D1-4567-AA72-EAB9C938A3BD}"/>
              </a:ext>
            </a:extLst>
          </p:cNvPr>
          <p:cNvSpPr>
            <a:spLocks noChangeShapeType="1"/>
          </p:cNvSpPr>
          <p:nvPr/>
        </p:nvSpPr>
        <p:spPr bwMode="auto">
          <a:xfrm flipH="1" flipV="1">
            <a:off x="3200400" y="2565400"/>
            <a:ext cx="152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29" name="Line 105">
            <a:extLst>
              <a:ext uri="{FF2B5EF4-FFF2-40B4-BE49-F238E27FC236}">
                <a16:creationId xmlns:a16="http://schemas.microsoft.com/office/drawing/2014/main" id="{CB741A31-1139-4714-BA72-FDF2A553E8DA}"/>
              </a:ext>
            </a:extLst>
          </p:cNvPr>
          <p:cNvSpPr>
            <a:spLocks noChangeShapeType="1"/>
          </p:cNvSpPr>
          <p:nvPr/>
        </p:nvSpPr>
        <p:spPr bwMode="auto">
          <a:xfrm flipV="1">
            <a:off x="3352800" y="2717800"/>
            <a:ext cx="381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0" name="Line 106">
            <a:extLst>
              <a:ext uri="{FF2B5EF4-FFF2-40B4-BE49-F238E27FC236}">
                <a16:creationId xmlns:a16="http://schemas.microsoft.com/office/drawing/2014/main" id="{10704CA9-13DD-4C42-899F-B47B2682152D}"/>
              </a:ext>
            </a:extLst>
          </p:cNvPr>
          <p:cNvSpPr>
            <a:spLocks noChangeShapeType="1"/>
          </p:cNvSpPr>
          <p:nvPr/>
        </p:nvSpPr>
        <p:spPr bwMode="auto">
          <a:xfrm flipV="1">
            <a:off x="3124200" y="34036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1" name="Line 107">
            <a:extLst>
              <a:ext uri="{FF2B5EF4-FFF2-40B4-BE49-F238E27FC236}">
                <a16:creationId xmlns:a16="http://schemas.microsoft.com/office/drawing/2014/main" id="{29F2B915-1E94-40B6-AEA2-6D46462540DD}"/>
              </a:ext>
            </a:extLst>
          </p:cNvPr>
          <p:cNvSpPr>
            <a:spLocks noChangeShapeType="1"/>
          </p:cNvSpPr>
          <p:nvPr/>
        </p:nvSpPr>
        <p:spPr bwMode="auto">
          <a:xfrm flipH="1" flipV="1">
            <a:off x="2286000" y="3860800"/>
            <a:ext cx="8382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2" name="Line 108">
            <a:extLst>
              <a:ext uri="{FF2B5EF4-FFF2-40B4-BE49-F238E27FC236}">
                <a16:creationId xmlns:a16="http://schemas.microsoft.com/office/drawing/2014/main" id="{E449735D-379A-4D4E-9E16-67DEF40F3452}"/>
              </a:ext>
            </a:extLst>
          </p:cNvPr>
          <p:cNvSpPr>
            <a:spLocks noChangeShapeType="1"/>
          </p:cNvSpPr>
          <p:nvPr/>
        </p:nvSpPr>
        <p:spPr bwMode="auto">
          <a:xfrm flipH="1" flipV="1">
            <a:off x="2209800" y="38608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3" name="Line 109">
            <a:extLst>
              <a:ext uri="{FF2B5EF4-FFF2-40B4-BE49-F238E27FC236}">
                <a16:creationId xmlns:a16="http://schemas.microsoft.com/office/drawing/2014/main" id="{22FC43E5-F150-414F-80A5-8B84E3BD6433}"/>
              </a:ext>
            </a:extLst>
          </p:cNvPr>
          <p:cNvSpPr>
            <a:spLocks noChangeShapeType="1"/>
          </p:cNvSpPr>
          <p:nvPr/>
        </p:nvSpPr>
        <p:spPr bwMode="auto">
          <a:xfrm flipH="1" flipV="1">
            <a:off x="1981200" y="34036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4" name="Line 110">
            <a:extLst>
              <a:ext uri="{FF2B5EF4-FFF2-40B4-BE49-F238E27FC236}">
                <a16:creationId xmlns:a16="http://schemas.microsoft.com/office/drawing/2014/main" id="{B807A7A3-5A1F-4B88-8138-44CB1189FDBB}"/>
              </a:ext>
            </a:extLst>
          </p:cNvPr>
          <p:cNvSpPr>
            <a:spLocks noChangeShapeType="1"/>
          </p:cNvSpPr>
          <p:nvPr/>
        </p:nvSpPr>
        <p:spPr bwMode="auto">
          <a:xfrm>
            <a:off x="2209800" y="46228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5" name="Line 111">
            <a:extLst>
              <a:ext uri="{FF2B5EF4-FFF2-40B4-BE49-F238E27FC236}">
                <a16:creationId xmlns:a16="http://schemas.microsoft.com/office/drawing/2014/main" id="{707F95EB-C952-4023-9753-6042F85878F3}"/>
              </a:ext>
            </a:extLst>
          </p:cNvPr>
          <p:cNvSpPr>
            <a:spLocks noChangeShapeType="1"/>
          </p:cNvSpPr>
          <p:nvPr/>
        </p:nvSpPr>
        <p:spPr bwMode="auto">
          <a:xfrm>
            <a:off x="1371600" y="5156200"/>
            <a:ext cx="838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6" name="Line 112">
            <a:extLst>
              <a:ext uri="{FF2B5EF4-FFF2-40B4-BE49-F238E27FC236}">
                <a16:creationId xmlns:a16="http://schemas.microsoft.com/office/drawing/2014/main" id="{67C46437-BB56-49FE-9446-3D790748068D}"/>
              </a:ext>
            </a:extLst>
          </p:cNvPr>
          <p:cNvSpPr>
            <a:spLocks noChangeShapeType="1"/>
          </p:cNvSpPr>
          <p:nvPr/>
        </p:nvSpPr>
        <p:spPr bwMode="auto">
          <a:xfrm>
            <a:off x="1981200" y="57658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7" name="Line 113">
            <a:extLst>
              <a:ext uri="{FF2B5EF4-FFF2-40B4-BE49-F238E27FC236}">
                <a16:creationId xmlns:a16="http://schemas.microsoft.com/office/drawing/2014/main" id="{39DFC8F2-F7BB-4F47-ADEF-F5AF6986A274}"/>
              </a:ext>
            </a:extLst>
          </p:cNvPr>
          <p:cNvSpPr>
            <a:spLocks noChangeShapeType="1"/>
          </p:cNvSpPr>
          <p:nvPr/>
        </p:nvSpPr>
        <p:spPr bwMode="auto">
          <a:xfrm>
            <a:off x="2286000" y="51562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8" name="Line 114">
            <a:extLst>
              <a:ext uri="{FF2B5EF4-FFF2-40B4-BE49-F238E27FC236}">
                <a16:creationId xmlns:a16="http://schemas.microsoft.com/office/drawing/2014/main" id="{ECFB0D03-C36F-4CDB-A03B-3E43228847EE}"/>
              </a:ext>
            </a:extLst>
          </p:cNvPr>
          <p:cNvSpPr>
            <a:spLocks noChangeShapeType="1"/>
          </p:cNvSpPr>
          <p:nvPr/>
        </p:nvSpPr>
        <p:spPr bwMode="auto">
          <a:xfrm flipH="1">
            <a:off x="2514600" y="5537200"/>
            <a:ext cx="2286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39" name="Line 115">
            <a:extLst>
              <a:ext uri="{FF2B5EF4-FFF2-40B4-BE49-F238E27FC236}">
                <a16:creationId xmlns:a16="http://schemas.microsoft.com/office/drawing/2014/main" id="{4B254239-FB71-4F73-B324-61189538FD7B}"/>
              </a:ext>
            </a:extLst>
          </p:cNvPr>
          <p:cNvSpPr>
            <a:spLocks noChangeShapeType="1"/>
          </p:cNvSpPr>
          <p:nvPr/>
        </p:nvSpPr>
        <p:spPr bwMode="auto">
          <a:xfrm flipV="1">
            <a:off x="2667000" y="5384800"/>
            <a:ext cx="685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0" name="Line 116">
            <a:extLst>
              <a:ext uri="{FF2B5EF4-FFF2-40B4-BE49-F238E27FC236}">
                <a16:creationId xmlns:a16="http://schemas.microsoft.com/office/drawing/2014/main" id="{F3568124-06D1-4107-8C7D-C6A2CCF39802}"/>
              </a:ext>
            </a:extLst>
          </p:cNvPr>
          <p:cNvSpPr>
            <a:spLocks noChangeShapeType="1"/>
          </p:cNvSpPr>
          <p:nvPr/>
        </p:nvSpPr>
        <p:spPr bwMode="auto">
          <a:xfrm>
            <a:off x="2743200" y="55372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1" name="Line 117">
            <a:extLst>
              <a:ext uri="{FF2B5EF4-FFF2-40B4-BE49-F238E27FC236}">
                <a16:creationId xmlns:a16="http://schemas.microsoft.com/office/drawing/2014/main" id="{4BC483B4-2F0B-4E9B-8CF2-0C8B655FA173}"/>
              </a:ext>
            </a:extLst>
          </p:cNvPr>
          <p:cNvSpPr>
            <a:spLocks noChangeShapeType="1"/>
          </p:cNvSpPr>
          <p:nvPr/>
        </p:nvSpPr>
        <p:spPr bwMode="auto">
          <a:xfrm flipH="1">
            <a:off x="2667000" y="4318000"/>
            <a:ext cx="1524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2" name="Line 118">
            <a:extLst>
              <a:ext uri="{FF2B5EF4-FFF2-40B4-BE49-F238E27FC236}">
                <a16:creationId xmlns:a16="http://schemas.microsoft.com/office/drawing/2014/main" id="{E2DD36AB-A851-46EC-9740-BDC092C36977}"/>
              </a:ext>
            </a:extLst>
          </p:cNvPr>
          <p:cNvSpPr>
            <a:spLocks noChangeShapeType="1"/>
          </p:cNvSpPr>
          <p:nvPr/>
        </p:nvSpPr>
        <p:spPr bwMode="auto">
          <a:xfrm flipV="1">
            <a:off x="2667000" y="4775200"/>
            <a:ext cx="3810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3" name="Line 119">
            <a:extLst>
              <a:ext uri="{FF2B5EF4-FFF2-40B4-BE49-F238E27FC236}">
                <a16:creationId xmlns:a16="http://schemas.microsoft.com/office/drawing/2014/main" id="{932F60FE-8261-4F67-B5B9-5E1BAB46D5E6}"/>
              </a:ext>
            </a:extLst>
          </p:cNvPr>
          <p:cNvSpPr>
            <a:spLocks noChangeShapeType="1"/>
          </p:cNvSpPr>
          <p:nvPr/>
        </p:nvSpPr>
        <p:spPr bwMode="auto">
          <a:xfrm flipV="1">
            <a:off x="3200400" y="5689600"/>
            <a:ext cx="5334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4" name="Line 120">
            <a:extLst>
              <a:ext uri="{FF2B5EF4-FFF2-40B4-BE49-F238E27FC236}">
                <a16:creationId xmlns:a16="http://schemas.microsoft.com/office/drawing/2014/main" id="{056D0BED-E659-4E79-9D04-D0A3A4A29370}"/>
              </a:ext>
            </a:extLst>
          </p:cNvPr>
          <p:cNvSpPr>
            <a:spLocks noChangeShapeType="1"/>
          </p:cNvSpPr>
          <p:nvPr/>
        </p:nvSpPr>
        <p:spPr bwMode="auto">
          <a:xfrm flipV="1">
            <a:off x="3505200" y="56896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5" name="Line 121">
            <a:extLst>
              <a:ext uri="{FF2B5EF4-FFF2-40B4-BE49-F238E27FC236}">
                <a16:creationId xmlns:a16="http://schemas.microsoft.com/office/drawing/2014/main" id="{8DC3E3E2-7028-440E-8EDE-02EAC569B527}"/>
              </a:ext>
            </a:extLst>
          </p:cNvPr>
          <p:cNvSpPr>
            <a:spLocks noChangeShapeType="1"/>
          </p:cNvSpPr>
          <p:nvPr/>
        </p:nvSpPr>
        <p:spPr bwMode="auto">
          <a:xfrm>
            <a:off x="3733800" y="5689600"/>
            <a:ext cx="5334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6" name="Line 122">
            <a:extLst>
              <a:ext uri="{FF2B5EF4-FFF2-40B4-BE49-F238E27FC236}">
                <a16:creationId xmlns:a16="http://schemas.microsoft.com/office/drawing/2014/main" id="{9A79C47C-00EC-43E2-8758-81ED115BA61B}"/>
              </a:ext>
            </a:extLst>
          </p:cNvPr>
          <p:cNvSpPr>
            <a:spLocks noChangeShapeType="1"/>
          </p:cNvSpPr>
          <p:nvPr/>
        </p:nvSpPr>
        <p:spPr bwMode="auto">
          <a:xfrm flipV="1">
            <a:off x="3733800" y="4851400"/>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7" name="Line 123">
            <a:extLst>
              <a:ext uri="{FF2B5EF4-FFF2-40B4-BE49-F238E27FC236}">
                <a16:creationId xmlns:a16="http://schemas.microsoft.com/office/drawing/2014/main" id="{161DE530-4F6F-4443-9355-854EF7E65CE1}"/>
              </a:ext>
            </a:extLst>
          </p:cNvPr>
          <p:cNvSpPr>
            <a:spLocks noChangeShapeType="1"/>
          </p:cNvSpPr>
          <p:nvPr/>
        </p:nvSpPr>
        <p:spPr bwMode="auto">
          <a:xfrm>
            <a:off x="4191000" y="50800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49" name="Line 125">
            <a:extLst>
              <a:ext uri="{FF2B5EF4-FFF2-40B4-BE49-F238E27FC236}">
                <a16:creationId xmlns:a16="http://schemas.microsoft.com/office/drawing/2014/main" id="{2F336534-A093-4DE2-AA30-4F2D5307C0D0}"/>
              </a:ext>
            </a:extLst>
          </p:cNvPr>
          <p:cNvSpPr>
            <a:spLocks noChangeShapeType="1"/>
          </p:cNvSpPr>
          <p:nvPr/>
        </p:nvSpPr>
        <p:spPr bwMode="auto">
          <a:xfrm>
            <a:off x="3962400" y="416560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0" name="Line 126">
            <a:extLst>
              <a:ext uri="{FF2B5EF4-FFF2-40B4-BE49-F238E27FC236}">
                <a16:creationId xmlns:a16="http://schemas.microsoft.com/office/drawing/2014/main" id="{6ACF6BA6-B638-4F0A-93C6-2ACAE2FEC0D3}"/>
              </a:ext>
            </a:extLst>
          </p:cNvPr>
          <p:cNvSpPr>
            <a:spLocks noChangeShapeType="1"/>
          </p:cNvSpPr>
          <p:nvPr/>
        </p:nvSpPr>
        <p:spPr bwMode="auto">
          <a:xfrm flipV="1">
            <a:off x="3505200" y="4165600"/>
            <a:ext cx="3810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1" name="Line 127">
            <a:extLst>
              <a:ext uri="{FF2B5EF4-FFF2-40B4-BE49-F238E27FC236}">
                <a16:creationId xmlns:a16="http://schemas.microsoft.com/office/drawing/2014/main" id="{D176E267-0AD3-4823-9E89-4850AD9456BA}"/>
              </a:ext>
            </a:extLst>
          </p:cNvPr>
          <p:cNvSpPr>
            <a:spLocks noChangeShapeType="1"/>
          </p:cNvSpPr>
          <p:nvPr/>
        </p:nvSpPr>
        <p:spPr bwMode="auto">
          <a:xfrm flipH="1">
            <a:off x="3733800" y="4165600"/>
            <a:ext cx="304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2" name="Line 128">
            <a:extLst>
              <a:ext uri="{FF2B5EF4-FFF2-40B4-BE49-F238E27FC236}">
                <a16:creationId xmlns:a16="http://schemas.microsoft.com/office/drawing/2014/main" id="{906F9EE9-4FEA-4C60-AEC6-A5375C4ECD3C}"/>
              </a:ext>
            </a:extLst>
          </p:cNvPr>
          <p:cNvSpPr>
            <a:spLocks noChangeShapeType="1"/>
          </p:cNvSpPr>
          <p:nvPr/>
        </p:nvSpPr>
        <p:spPr bwMode="auto">
          <a:xfrm flipV="1">
            <a:off x="4267200" y="40894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3" name="Line 129">
            <a:extLst>
              <a:ext uri="{FF2B5EF4-FFF2-40B4-BE49-F238E27FC236}">
                <a16:creationId xmlns:a16="http://schemas.microsoft.com/office/drawing/2014/main" id="{E5A48E8F-2E6B-4634-B649-835E332D43D0}"/>
              </a:ext>
            </a:extLst>
          </p:cNvPr>
          <p:cNvSpPr>
            <a:spLocks noChangeShapeType="1"/>
          </p:cNvSpPr>
          <p:nvPr/>
        </p:nvSpPr>
        <p:spPr bwMode="auto">
          <a:xfrm flipH="1">
            <a:off x="4724400" y="37084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4" name="Line 130">
            <a:extLst>
              <a:ext uri="{FF2B5EF4-FFF2-40B4-BE49-F238E27FC236}">
                <a16:creationId xmlns:a16="http://schemas.microsoft.com/office/drawing/2014/main" id="{7826156B-3A50-4DF5-BBF9-9CB8158EA62E}"/>
              </a:ext>
            </a:extLst>
          </p:cNvPr>
          <p:cNvSpPr>
            <a:spLocks noChangeShapeType="1"/>
          </p:cNvSpPr>
          <p:nvPr/>
        </p:nvSpPr>
        <p:spPr bwMode="auto">
          <a:xfrm>
            <a:off x="4343400" y="3708400"/>
            <a:ext cx="381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5" name="Line 131">
            <a:extLst>
              <a:ext uri="{FF2B5EF4-FFF2-40B4-BE49-F238E27FC236}">
                <a16:creationId xmlns:a16="http://schemas.microsoft.com/office/drawing/2014/main" id="{3D843E15-71A0-4516-B0BF-095E7534453F}"/>
              </a:ext>
            </a:extLst>
          </p:cNvPr>
          <p:cNvSpPr>
            <a:spLocks noChangeShapeType="1"/>
          </p:cNvSpPr>
          <p:nvPr/>
        </p:nvSpPr>
        <p:spPr bwMode="auto">
          <a:xfrm>
            <a:off x="4114800" y="32512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6" name="Line 132">
            <a:extLst>
              <a:ext uri="{FF2B5EF4-FFF2-40B4-BE49-F238E27FC236}">
                <a16:creationId xmlns:a16="http://schemas.microsoft.com/office/drawing/2014/main" id="{6351FCAA-0FE0-4FF8-AE1A-D25DCBEE643E}"/>
              </a:ext>
            </a:extLst>
          </p:cNvPr>
          <p:cNvSpPr>
            <a:spLocks noChangeShapeType="1"/>
          </p:cNvSpPr>
          <p:nvPr/>
        </p:nvSpPr>
        <p:spPr bwMode="auto">
          <a:xfrm flipH="1">
            <a:off x="4343400" y="3098800"/>
            <a:ext cx="2286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7" name="Line 133">
            <a:extLst>
              <a:ext uri="{FF2B5EF4-FFF2-40B4-BE49-F238E27FC236}">
                <a16:creationId xmlns:a16="http://schemas.microsoft.com/office/drawing/2014/main" id="{1D6C3CFF-A0B2-4094-8CF8-E56C67C6F331}"/>
              </a:ext>
            </a:extLst>
          </p:cNvPr>
          <p:cNvSpPr>
            <a:spLocks noChangeShapeType="1"/>
          </p:cNvSpPr>
          <p:nvPr/>
        </p:nvSpPr>
        <p:spPr bwMode="auto">
          <a:xfrm>
            <a:off x="4495800" y="2565400"/>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8" name="Line 134">
            <a:extLst>
              <a:ext uri="{FF2B5EF4-FFF2-40B4-BE49-F238E27FC236}">
                <a16:creationId xmlns:a16="http://schemas.microsoft.com/office/drawing/2014/main" id="{5510F51D-7C6D-4F55-A7A0-EE3F65C71609}"/>
              </a:ext>
            </a:extLst>
          </p:cNvPr>
          <p:cNvSpPr>
            <a:spLocks noChangeShapeType="1"/>
          </p:cNvSpPr>
          <p:nvPr/>
        </p:nvSpPr>
        <p:spPr bwMode="auto">
          <a:xfrm>
            <a:off x="4953000" y="25654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59" name="Line 135">
            <a:extLst>
              <a:ext uri="{FF2B5EF4-FFF2-40B4-BE49-F238E27FC236}">
                <a16:creationId xmlns:a16="http://schemas.microsoft.com/office/drawing/2014/main" id="{F42A1343-AC74-47E8-9B1D-3B6223F5E665}"/>
              </a:ext>
            </a:extLst>
          </p:cNvPr>
          <p:cNvSpPr>
            <a:spLocks noChangeShapeType="1"/>
          </p:cNvSpPr>
          <p:nvPr/>
        </p:nvSpPr>
        <p:spPr bwMode="auto">
          <a:xfrm flipH="1" flipV="1">
            <a:off x="4648200" y="3098800"/>
            <a:ext cx="6096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0" name="Line 136">
            <a:extLst>
              <a:ext uri="{FF2B5EF4-FFF2-40B4-BE49-F238E27FC236}">
                <a16:creationId xmlns:a16="http://schemas.microsoft.com/office/drawing/2014/main" id="{65B35B29-FDB0-4C72-877C-3549ECE16E30}"/>
              </a:ext>
            </a:extLst>
          </p:cNvPr>
          <p:cNvSpPr>
            <a:spLocks noChangeShapeType="1"/>
          </p:cNvSpPr>
          <p:nvPr/>
        </p:nvSpPr>
        <p:spPr bwMode="auto">
          <a:xfrm>
            <a:off x="4953000" y="3708400"/>
            <a:ext cx="4572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1" name="Line 137">
            <a:extLst>
              <a:ext uri="{FF2B5EF4-FFF2-40B4-BE49-F238E27FC236}">
                <a16:creationId xmlns:a16="http://schemas.microsoft.com/office/drawing/2014/main" id="{3B3D0F35-55AD-4395-BB8D-2DF4A55434F7}"/>
              </a:ext>
            </a:extLst>
          </p:cNvPr>
          <p:cNvSpPr>
            <a:spLocks noChangeShapeType="1"/>
          </p:cNvSpPr>
          <p:nvPr/>
        </p:nvSpPr>
        <p:spPr bwMode="auto">
          <a:xfrm>
            <a:off x="5715000" y="2870200"/>
            <a:ext cx="152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2" name="Line 138">
            <a:extLst>
              <a:ext uri="{FF2B5EF4-FFF2-40B4-BE49-F238E27FC236}">
                <a16:creationId xmlns:a16="http://schemas.microsoft.com/office/drawing/2014/main" id="{A2C8B3AD-323A-48A3-8911-058288CAFC34}"/>
              </a:ext>
            </a:extLst>
          </p:cNvPr>
          <p:cNvSpPr>
            <a:spLocks noChangeShapeType="1"/>
          </p:cNvSpPr>
          <p:nvPr/>
        </p:nvSpPr>
        <p:spPr bwMode="auto">
          <a:xfrm>
            <a:off x="5715000" y="2870200"/>
            <a:ext cx="5334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3" name="Line 139">
            <a:extLst>
              <a:ext uri="{FF2B5EF4-FFF2-40B4-BE49-F238E27FC236}">
                <a16:creationId xmlns:a16="http://schemas.microsoft.com/office/drawing/2014/main" id="{0A620783-98C3-457A-8433-B4FA772CFBD0}"/>
              </a:ext>
            </a:extLst>
          </p:cNvPr>
          <p:cNvSpPr>
            <a:spLocks noChangeShapeType="1"/>
          </p:cNvSpPr>
          <p:nvPr/>
        </p:nvSpPr>
        <p:spPr bwMode="auto">
          <a:xfrm>
            <a:off x="6248400" y="28702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4" name="Line 140">
            <a:extLst>
              <a:ext uri="{FF2B5EF4-FFF2-40B4-BE49-F238E27FC236}">
                <a16:creationId xmlns:a16="http://schemas.microsoft.com/office/drawing/2014/main" id="{2C06527E-80F3-4EE3-8762-5B7582E60EC5}"/>
              </a:ext>
            </a:extLst>
          </p:cNvPr>
          <p:cNvSpPr>
            <a:spLocks noChangeShapeType="1"/>
          </p:cNvSpPr>
          <p:nvPr/>
        </p:nvSpPr>
        <p:spPr bwMode="auto">
          <a:xfrm flipV="1">
            <a:off x="5257800" y="3937000"/>
            <a:ext cx="152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5" name="Line 141">
            <a:extLst>
              <a:ext uri="{FF2B5EF4-FFF2-40B4-BE49-F238E27FC236}">
                <a16:creationId xmlns:a16="http://schemas.microsoft.com/office/drawing/2014/main" id="{6DBE1EDC-556E-4914-B030-CC6311BA0C17}"/>
              </a:ext>
            </a:extLst>
          </p:cNvPr>
          <p:cNvSpPr>
            <a:spLocks noChangeShapeType="1"/>
          </p:cNvSpPr>
          <p:nvPr/>
        </p:nvSpPr>
        <p:spPr bwMode="auto">
          <a:xfrm flipH="1">
            <a:off x="4495800" y="5156200"/>
            <a:ext cx="3048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6" name="Line 142">
            <a:extLst>
              <a:ext uri="{FF2B5EF4-FFF2-40B4-BE49-F238E27FC236}">
                <a16:creationId xmlns:a16="http://schemas.microsoft.com/office/drawing/2014/main" id="{E776408D-28A9-44EE-8420-458671BF330F}"/>
              </a:ext>
            </a:extLst>
          </p:cNvPr>
          <p:cNvSpPr>
            <a:spLocks noChangeShapeType="1"/>
          </p:cNvSpPr>
          <p:nvPr/>
        </p:nvSpPr>
        <p:spPr bwMode="auto">
          <a:xfrm>
            <a:off x="4495800" y="56134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7" name="Line 143">
            <a:extLst>
              <a:ext uri="{FF2B5EF4-FFF2-40B4-BE49-F238E27FC236}">
                <a16:creationId xmlns:a16="http://schemas.microsoft.com/office/drawing/2014/main" id="{9EB9F15C-5B2C-4FD6-9331-EB184529E5D0}"/>
              </a:ext>
            </a:extLst>
          </p:cNvPr>
          <p:cNvSpPr>
            <a:spLocks noChangeShapeType="1"/>
          </p:cNvSpPr>
          <p:nvPr/>
        </p:nvSpPr>
        <p:spPr bwMode="auto">
          <a:xfrm flipV="1">
            <a:off x="4953000" y="56896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8" name="Line 144">
            <a:extLst>
              <a:ext uri="{FF2B5EF4-FFF2-40B4-BE49-F238E27FC236}">
                <a16:creationId xmlns:a16="http://schemas.microsoft.com/office/drawing/2014/main" id="{DB7EFC9E-14C6-4548-AD12-FE3D0AC02650}"/>
              </a:ext>
            </a:extLst>
          </p:cNvPr>
          <p:cNvSpPr>
            <a:spLocks noChangeShapeType="1"/>
          </p:cNvSpPr>
          <p:nvPr/>
        </p:nvSpPr>
        <p:spPr bwMode="auto">
          <a:xfrm flipV="1">
            <a:off x="4876800" y="5080000"/>
            <a:ext cx="8382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69" name="Line 145">
            <a:extLst>
              <a:ext uri="{FF2B5EF4-FFF2-40B4-BE49-F238E27FC236}">
                <a16:creationId xmlns:a16="http://schemas.microsoft.com/office/drawing/2014/main" id="{1F2405AC-08E4-45F3-96D2-51A4F1709C6D}"/>
              </a:ext>
            </a:extLst>
          </p:cNvPr>
          <p:cNvSpPr>
            <a:spLocks noChangeShapeType="1"/>
          </p:cNvSpPr>
          <p:nvPr/>
        </p:nvSpPr>
        <p:spPr bwMode="auto">
          <a:xfrm>
            <a:off x="5638800" y="51562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0" name="Line 146">
            <a:extLst>
              <a:ext uri="{FF2B5EF4-FFF2-40B4-BE49-F238E27FC236}">
                <a16:creationId xmlns:a16="http://schemas.microsoft.com/office/drawing/2014/main" id="{38999C6D-CE9A-40DE-939D-71F19A3A3328}"/>
              </a:ext>
            </a:extLst>
          </p:cNvPr>
          <p:cNvSpPr>
            <a:spLocks noChangeShapeType="1"/>
          </p:cNvSpPr>
          <p:nvPr/>
        </p:nvSpPr>
        <p:spPr bwMode="auto">
          <a:xfrm>
            <a:off x="4876800" y="5156200"/>
            <a:ext cx="11430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1" name="Line 147">
            <a:extLst>
              <a:ext uri="{FF2B5EF4-FFF2-40B4-BE49-F238E27FC236}">
                <a16:creationId xmlns:a16="http://schemas.microsoft.com/office/drawing/2014/main" id="{580A1192-9827-4CD6-B9AC-42471B664564}"/>
              </a:ext>
            </a:extLst>
          </p:cNvPr>
          <p:cNvSpPr>
            <a:spLocks noChangeShapeType="1"/>
          </p:cNvSpPr>
          <p:nvPr/>
        </p:nvSpPr>
        <p:spPr bwMode="auto">
          <a:xfrm flipH="1">
            <a:off x="5867400" y="5613400"/>
            <a:ext cx="228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2" name="Line 148">
            <a:extLst>
              <a:ext uri="{FF2B5EF4-FFF2-40B4-BE49-F238E27FC236}">
                <a16:creationId xmlns:a16="http://schemas.microsoft.com/office/drawing/2014/main" id="{F6BCD039-031B-4279-9CD8-3A5CAFE49F2D}"/>
              </a:ext>
            </a:extLst>
          </p:cNvPr>
          <p:cNvSpPr>
            <a:spLocks noChangeShapeType="1"/>
          </p:cNvSpPr>
          <p:nvPr/>
        </p:nvSpPr>
        <p:spPr bwMode="auto">
          <a:xfrm flipH="1">
            <a:off x="5334000" y="5537200"/>
            <a:ext cx="685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3" name="Line 149">
            <a:extLst>
              <a:ext uri="{FF2B5EF4-FFF2-40B4-BE49-F238E27FC236}">
                <a16:creationId xmlns:a16="http://schemas.microsoft.com/office/drawing/2014/main" id="{2D1A388F-FABD-4C63-84DF-59EF9DF895E9}"/>
              </a:ext>
            </a:extLst>
          </p:cNvPr>
          <p:cNvSpPr>
            <a:spLocks noChangeShapeType="1"/>
          </p:cNvSpPr>
          <p:nvPr/>
        </p:nvSpPr>
        <p:spPr bwMode="auto">
          <a:xfrm flipV="1">
            <a:off x="5638800" y="4470400"/>
            <a:ext cx="304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4" name="Line 150">
            <a:extLst>
              <a:ext uri="{FF2B5EF4-FFF2-40B4-BE49-F238E27FC236}">
                <a16:creationId xmlns:a16="http://schemas.microsoft.com/office/drawing/2014/main" id="{99D32C70-919D-4E69-BBD5-EB52FCBB4DD1}"/>
              </a:ext>
            </a:extLst>
          </p:cNvPr>
          <p:cNvSpPr>
            <a:spLocks noChangeShapeType="1"/>
          </p:cNvSpPr>
          <p:nvPr/>
        </p:nvSpPr>
        <p:spPr bwMode="auto">
          <a:xfrm flipV="1">
            <a:off x="5257800" y="4470400"/>
            <a:ext cx="685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5" name="Line 151">
            <a:extLst>
              <a:ext uri="{FF2B5EF4-FFF2-40B4-BE49-F238E27FC236}">
                <a16:creationId xmlns:a16="http://schemas.microsoft.com/office/drawing/2014/main" id="{6F063417-B6FB-482F-8BF4-0DF6E3C269C6}"/>
              </a:ext>
            </a:extLst>
          </p:cNvPr>
          <p:cNvSpPr>
            <a:spLocks noChangeShapeType="1"/>
          </p:cNvSpPr>
          <p:nvPr/>
        </p:nvSpPr>
        <p:spPr bwMode="auto">
          <a:xfrm>
            <a:off x="5791200" y="3632200"/>
            <a:ext cx="152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6" name="Line 152">
            <a:extLst>
              <a:ext uri="{FF2B5EF4-FFF2-40B4-BE49-F238E27FC236}">
                <a16:creationId xmlns:a16="http://schemas.microsoft.com/office/drawing/2014/main" id="{A6D119D9-49C2-41F4-9722-08B39C291300}"/>
              </a:ext>
            </a:extLst>
          </p:cNvPr>
          <p:cNvSpPr>
            <a:spLocks noChangeShapeType="1"/>
          </p:cNvSpPr>
          <p:nvPr/>
        </p:nvSpPr>
        <p:spPr bwMode="auto">
          <a:xfrm>
            <a:off x="5867400" y="3556000"/>
            <a:ext cx="609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7" name="Line 153">
            <a:extLst>
              <a:ext uri="{FF2B5EF4-FFF2-40B4-BE49-F238E27FC236}">
                <a16:creationId xmlns:a16="http://schemas.microsoft.com/office/drawing/2014/main" id="{F628ADCA-BBF7-4F23-90ED-88A4F485CB05}"/>
              </a:ext>
            </a:extLst>
          </p:cNvPr>
          <p:cNvSpPr>
            <a:spLocks noChangeShapeType="1"/>
          </p:cNvSpPr>
          <p:nvPr/>
        </p:nvSpPr>
        <p:spPr bwMode="auto">
          <a:xfrm flipV="1">
            <a:off x="6477000" y="4470400"/>
            <a:ext cx="152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8" name="Line 154">
            <a:extLst>
              <a:ext uri="{FF2B5EF4-FFF2-40B4-BE49-F238E27FC236}">
                <a16:creationId xmlns:a16="http://schemas.microsoft.com/office/drawing/2014/main" id="{6821F713-C952-4396-AE82-2FF7B7E39FD4}"/>
              </a:ext>
            </a:extLst>
          </p:cNvPr>
          <p:cNvSpPr>
            <a:spLocks noChangeShapeType="1"/>
          </p:cNvSpPr>
          <p:nvPr/>
        </p:nvSpPr>
        <p:spPr bwMode="auto">
          <a:xfrm flipV="1">
            <a:off x="6400800" y="3784600"/>
            <a:ext cx="4572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79" name="Line 155">
            <a:extLst>
              <a:ext uri="{FF2B5EF4-FFF2-40B4-BE49-F238E27FC236}">
                <a16:creationId xmlns:a16="http://schemas.microsoft.com/office/drawing/2014/main" id="{A7B5BC38-E22D-4374-A36F-715F4BF08DBF}"/>
              </a:ext>
            </a:extLst>
          </p:cNvPr>
          <p:cNvSpPr>
            <a:spLocks noChangeShapeType="1"/>
          </p:cNvSpPr>
          <p:nvPr/>
        </p:nvSpPr>
        <p:spPr bwMode="auto">
          <a:xfrm flipV="1">
            <a:off x="6553200" y="28702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0" name="Line 156">
            <a:extLst>
              <a:ext uri="{FF2B5EF4-FFF2-40B4-BE49-F238E27FC236}">
                <a16:creationId xmlns:a16="http://schemas.microsoft.com/office/drawing/2014/main" id="{A356A229-F4E5-4E46-B85B-BB5F0752AA5C}"/>
              </a:ext>
            </a:extLst>
          </p:cNvPr>
          <p:cNvSpPr>
            <a:spLocks noChangeShapeType="1"/>
          </p:cNvSpPr>
          <p:nvPr/>
        </p:nvSpPr>
        <p:spPr bwMode="auto">
          <a:xfrm flipV="1">
            <a:off x="7315200" y="3175000"/>
            <a:ext cx="5334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1" name="Line 157">
            <a:extLst>
              <a:ext uri="{FF2B5EF4-FFF2-40B4-BE49-F238E27FC236}">
                <a16:creationId xmlns:a16="http://schemas.microsoft.com/office/drawing/2014/main" id="{913B9A26-9EE5-413D-9DA8-95AEF8DB506B}"/>
              </a:ext>
            </a:extLst>
          </p:cNvPr>
          <p:cNvSpPr>
            <a:spLocks noChangeShapeType="1"/>
          </p:cNvSpPr>
          <p:nvPr/>
        </p:nvSpPr>
        <p:spPr bwMode="auto">
          <a:xfrm flipH="1">
            <a:off x="6858000" y="2794000"/>
            <a:ext cx="152400"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2" name="Line 158">
            <a:extLst>
              <a:ext uri="{FF2B5EF4-FFF2-40B4-BE49-F238E27FC236}">
                <a16:creationId xmlns:a16="http://schemas.microsoft.com/office/drawing/2014/main" id="{B758B1EA-AE7E-45EA-9517-5EC89FDC0EAD}"/>
              </a:ext>
            </a:extLst>
          </p:cNvPr>
          <p:cNvSpPr>
            <a:spLocks noChangeShapeType="1"/>
          </p:cNvSpPr>
          <p:nvPr/>
        </p:nvSpPr>
        <p:spPr bwMode="auto">
          <a:xfrm flipH="1">
            <a:off x="5943600" y="2946400"/>
            <a:ext cx="304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3" name="Line 159">
            <a:extLst>
              <a:ext uri="{FF2B5EF4-FFF2-40B4-BE49-F238E27FC236}">
                <a16:creationId xmlns:a16="http://schemas.microsoft.com/office/drawing/2014/main" id="{E05B0615-6C0E-4B09-92BC-3EA9DFC23A87}"/>
              </a:ext>
            </a:extLst>
          </p:cNvPr>
          <p:cNvSpPr>
            <a:spLocks noChangeShapeType="1"/>
          </p:cNvSpPr>
          <p:nvPr/>
        </p:nvSpPr>
        <p:spPr bwMode="auto">
          <a:xfrm flipH="1">
            <a:off x="7086600" y="4089400"/>
            <a:ext cx="76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4" name="Line 160">
            <a:extLst>
              <a:ext uri="{FF2B5EF4-FFF2-40B4-BE49-F238E27FC236}">
                <a16:creationId xmlns:a16="http://schemas.microsoft.com/office/drawing/2014/main" id="{901303FB-3949-4725-9628-7C36EB17643D}"/>
              </a:ext>
            </a:extLst>
          </p:cNvPr>
          <p:cNvSpPr>
            <a:spLocks noChangeShapeType="1"/>
          </p:cNvSpPr>
          <p:nvPr/>
        </p:nvSpPr>
        <p:spPr bwMode="auto">
          <a:xfrm flipV="1">
            <a:off x="6629400" y="4013200"/>
            <a:ext cx="533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5" name="Line 161">
            <a:extLst>
              <a:ext uri="{FF2B5EF4-FFF2-40B4-BE49-F238E27FC236}">
                <a16:creationId xmlns:a16="http://schemas.microsoft.com/office/drawing/2014/main" id="{0406FAD8-D47F-4AEF-8998-0D3924735416}"/>
              </a:ext>
            </a:extLst>
          </p:cNvPr>
          <p:cNvSpPr>
            <a:spLocks noChangeShapeType="1"/>
          </p:cNvSpPr>
          <p:nvPr/>
        </p:nvSpPr>
        <p:spPr bwMode="auto">
          <a:xfrm flipH="1">
            <a:off x="6477000" y="4775200"/>
            <a:ext cx="6096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6" name="Line 162">
            <a:extLst>
              <a:ext uri="{FF2B5EF4-FFF2-40B4-BE49-F238E27FC236}">
                <a16:creationId xmlns:a16="http://schemas.microsoft.com/office/drawing/2014/main" id="{CF8A191A-0B72-4FCD-A79A-272C270AB34D}"/>
              </a:ext>
            </a:extLst>
          </p:cNvPr>
          <p:cNvSpPr>
            <a:spLocks noChangeShapeType="1"/>
          </p:cNvSpPr>
          <p:nvPr/>
        </p:nvSpPr>
        <p:spPr bwMode="auto">
          <a:xfrm flipV="1">
            <a:off x="6477000" y="4775200"/>
            <a:ext cx="6096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7" name="Line 163">
            <a:extLst>
              <a:ext uri="{FF2B5EF4-FFF2-40B4-BE49-F238E27FC236}">
                <a16:creationId xmlns:a16="http://schemas.microsoft.com/office/drawing/2014/main" id="{161E172F-B6F5-45E7-AC56-8A30B559CB0C}"/>
              </a:ext>
            </a:extLst>
          </p:cNvPr>
          <p:cNvSpPr>
            <a:spLocks noChangeShapeType="1"/>
          </p:cNvSpPr>
          <p:nvPr/>
        </p:nvSpPr>
        <p:spPr bwMode="auto">
          <a:xfrm>
            <a:off x="6019800" y="55372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8" name="Line 164">
            <a:extLst>
              <a:ext uri="{FF2B5EF4-FFF2-40B4-BE49-F238E27FC236}">
                <a16:creationId xmlns:a16="http://schemas.microsoft.com/office/drawing/2014/main" id="{68DC029E-ACEF-465B-B05B-C32C92CDB378}"/>
              </a:ext>
            </a:extLst>
          </p:cNvPr>
          <p:cNvSpPr>
            <a:spLocks noChangeShapeType="1"/>
          </p:cNvSpPr>
          <p:nvPr/>
        </p:nvSpPr>
        <p:spPr bwMode="auto">
          <a:xfrm>
            <a:off x="8458200" y="2565400"/>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89" name="Line 165">
            <a:extLst>
              <a:ext uri="{FF2B5EF4-FFF2-40B4-BE49-F238E27FC236}">
                <a16:creationId xmlns:a16="http://schemas.microsoft.com/office/drawing/2014/main" id="{4B0D5351-5FC2-4376-ADCF-875F15C35FCF}"/>
              </a:ext>
            </a:extLst>
          </p:cNvPr>
          <p:cNvSpPr>
            <a:spLocks noChangeShapeType="1"/>
          </p:cNvSpPr>
          <p:nvPr/>
        </p:nvSpPr>
        <p:spPr bwMode="auto">
          <a:xfrm flipH="1">
            <a:off x="7315200" y="2489200"/>
            <a:ext cx="11430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0" name="Line 166">
            <a:extLst>
              <a:ext uri="{FF2B5EF4-FFF2-40B4-BE49-F238E27FC236}">
                <a16:creationId xmlns:a16="http://schemas.microsoft.com/office/drawing/2014/main" id="{304836DD-645C-4B0B-9C86-E115560DB88A}"/>
              </a:ext>
            </a:extLst>
          </p:cNvPr>
          <p:cNvSpPr>
            <a:spLocks noChangeShapeType="1"/>
          </p:cNvSpPr>
          <p:nvPr/>
        </p:nvSpPr>
        <p:spPr bwMode="auto">
          <a:xfrm flipH="1">
            <a:off x="7924800" y="2413000"/>
            <a:ext cx="5334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1" name="Line 167">
            <a:extLst>
              <a:ext uri="{FF2B5EF4-FFF2-40B4-BE49-F238E27FC236}">
                <a16:creationId xmlns:a16="http://schemas.microsoft.com/office/drawing/2014/main" id="{904505F1-48E4-452E-B07D-FEE46CC27D91}"/>
              </a:ext>
            </a:extLst>
          </p:cNvPr>
          <p:cNvSpPr>
            <a:spLocks noChangeShapeType="1"/>
          </p:cNvSpPr>
          <p:nvPr/>
        </p:nvSpPr>
        <p:spPr bwMode="auto">
          <a:xfrm flipH="1">
            <a:off x="7772400" y="3175000"/>
            <a:ext cx="152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2" name="Line 168">
            <a:extLst>
              <a:ext uri="{FF2B5EF4-FFF2-40B4-BE49-F238E27FC236}">
                <a16:creationId xmlns:a16="http://schemas.microsoft.com/office/drawing/2014/main" id="{CF163E25-3DC9-40E0-841E-D3DC07FB9C02}"/>
              </a:ext>
            </a:extLst>
          </p:cNvPr>
          <p:cNvSpPr>
            <a:spLocks noChangeShapeType="1"/>
          </p:cNvSpPr>
          <p:nvPr/>
        </p:nvSpPr>
        <p:spPr bwMode="auto">
          <a:xfrm flipV="1">
            <a:off x="7162800" y="3175000"/>
            <a:ext cx="6858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3" name="Line 169">
            <a:extLst>
              <a:ext uri="{FF2B5EF4-FFF2-40B4-BE49-F238E27FC236}">
                <a16:creationId xmlns:a16="http://schemas.microsoft.com/office/drawing/2014/main" id="{D500C6EC-79B0-4467-8C6A-5B8B8C9C83CE}"/>
              </a:ext>
            </a:extLst>
          </p:cNvPr>
          <p:cNvSpPr>
            <a:spLocks noChangeShapeType="1"/>
          </p:cNvSpPr>
          <p:nvPr/>
        </p:nvSpPr>
        <p:spPr bwMode="auto">
          <a:xfrm>
            <a:off x="7848600" y="3175000"/>
            <a:ext cx="3810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4" name="Line 170">
            <a:extLst>
              <a:ext uri="{FF2B5EF4-FFF2-40B4-BE49-F238E27FC236}">
                <a16:creationId xmlns:a16="http://schemas.microsoft.com/office/drawing/2014/main" id="{0B7E103E-5E72-41C7-A16A-2D55FD906DEB}"/>
              </a:ext>
            </a:extLst>
          </p:cNvPr>
          <p:cNvSpPr>
            <a:spLocks noChangeShapeType="1"/>
          </p:cNvSpPr>
          <p:nvPr/>
        </p:nvSpPr>
        <p:spPr bwMode="auto">
          <a:xfrm flipH="1" flipV="1">
            <a:off x="7086600" y="4699000"/>
            <a:ext cx="7620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5" name="Line 171">
            <a:extLst>
              <a:ext uri="{FF2B5EF4-FFF2-40B4-BE49-F238E27FC236}">
                <a16:creationId xmlns:a16="http://schemas.microsoft.com/office/drawing/2014/main" id="{B215F4A9-88E8-4122-9F25-4E812D50EB65}"/>
              </a:ext>
            </a:extLst>
          </p:cNvPr>
          <p:cNvSpPr>
            <a:spLocks noChangeShapeType="1"/>
          </p:cNvSpPr>
          <p:nvPr/>
        </p:nvSpPr>
        <p:spPr bwMode="auto">
          <a:xfrm flipV="1">
            <a:off x="7772400" y="3784600"/>
            <a:ext cx="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6" name="Line 172">
            <a:extLst>
              <a:ext uri="{FF2B5EF4-FFF2-40B4-BE49-F238E27FC236}">
                <a16:creationId xmlns:a16="http://schemas.microsoft.com/office/drawing/2014/main" id="{25DE7B2F-E3D4-4A03-86FB-3E0A54546378}"/>
              </a:ext>
            </a:extLst>
          </p:cNvPr>
          <p:cNvSpPr>
            <a:spLocks noChangeShapeType="1"/>
          </p:cNvSpPr>
          <p:nvPr/>
        </p:nvSpPr>
        <p:spPr bwMode="auto">
          <a:xfrm flipV="1">
            <a:off x="7848600" y="4013200"/>
            <a:ext cx="3810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7" name="Line 173">
            <a:extLst>
              <a:ext uri="{FF2B5EF4-FFF2-40B4-BE49-F238E27FC236}">
                <a16:creationId xmlns:a16="http://schemas.microsoft.com/office/drawing/2014/main" id="{94DFE073-5A4C-4581-AEB9-C0F35C5F6DD5}"/>
              </a:ext>
            </a:extLst>
          </p:cNvPr>
          <p:cNvSpPr>
            <a:spLocks noChangeShapeType="1"/>
          </p:cNvSpPr>
          <p:nvPr/>
        </p:nvSpPr>
        <p:spPr bwMode="auto">
          <a:xfrm flipH="1">
            <a:off x="7620000" y="48514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8" name="Line 174">
            <a:extLst>
              <a:ext uri="{FF2B5EF4-FFF2-40B4-BE49-F238E27FC236}">
                <a16:creationId xmlns:a16="http://schemas.microsoft.com/office/drawing/2014/main" id="{A68200EB-B326-4A3E-BED1-9A822C7F8235}"/>
              </a:ext>
            </a:extLst>
          </p:cNvPr>
          <p:cNvSpPr>
            <a:spLocks noChangeShapeType="1"/>
          </p:cNvSpPr>
          <p:nvPr/>
        </p:nvSpPr>
        <p:spPr bwMode="auto">
          <a:xfrm flipH="1">
            <a:off x="7239000" y="5232400"/>
            <a:ext cx="457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399" name="Line 175">
            <a:extLst>
              <a:ext uri="{FF2B5EF4-FFF2-40B4-BE49-F238E27FC236}">
                <a16:creationId xmlns:a16="http://schemas.microsoft.com/office/drawing/2014/main" id="{46A195A8-A8DE-49CF-8594-3FEAC4A3ED35}"/>
              </a:ext>
            </a:extLst>
          </p:cNvPr>
          <p:cNvSpPr>
            <a:spLocks noChangeShapeType="1"/>
          </p:cNvSpPr>
          <p:nvPr/>
        </p:nvSpPr>
        <p:spPr bwMode="auto">
          <a:xfrm>
            <a:off x="7162800" y="56134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0" name="Line 176">
            <a:extLst>
              <a:ext uri="{FF2B5EF4-FFF2-40B4-BE49-F238E27FC236}">
                <a16:creationId xmlns:a16="http://schemas.microsoft.com/office/drawing/2014/main" id="{63B38A75-3E22-408D-9669-A132F00DE2DD}"/>
              </a:ext>
            </a:extLst>
          </p:cNvPr>
          <p:cNvSpPr>
            <a:spLocks noChangeShapeType="1"/>
          </p:cNvSpPr>
          <p:nvPr/>
        </p:nvSpPr>
        <p:spPr bwMode="auto">
          <a:xfrm flipV="1">
            <a:off x="7162800" y="5918200"/>
            <a:ext cx="838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1" name="Line 177">
            <a:extLst>
              <a:ext uri="{FF2B5EF4-FFF2-40B4-BE49-F238E27FC236}">
                <a16:creationId xmlns:a16="http://schemas.microsoft.com/office/drawing/2014/main" id="{18F2CF45-2D3C-4C8F-8651-31A57AB817CD}"/>
              </a:ext>
            </a:extLst>
          </p:cNvPr>
          <p:cNvSpPr>
            <a:spLocks noChangeShapeType="1"/>
          </p:cNvSpPr>
          <p:nvPr/>
        </p:nvSpPr>
        <p:spPr bwMode="auto">
          <a:xfrm>
            <a:off x="7620000" y="5232400"/>
            <a:ext cx="9144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2" name="Line 178">
            <a:extLst>
              <a:ext uri="{FF2B5EF4-FFF2-40B4-BE49-F238E27FC236}">
                <a16:creationId xmlns:a16="http://schemas.microsoft.com/office/drawing/2014/main" id="{E88C2F23-BC18-476C-B19F-BAE1D93BC4AA}"/>
              </a:ext>
            </a:extLst>
          </p:cNvPr>
          <p:cNvSpPr>
            <a:spLocks noChangeShapeType="1"/>
          </p:cNvSpPr>
          <p:nvPr/>
        </p:nvSpPr>
        <p:spPr bwMode="auto">
          <a:xfrm flipV="1">
            <a:off x="1371600" y="4546600"/>
            <a:ext cx="762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3" name="Line 179">
            <a:extLst>
              <a:ext uri="{FF2B5EF4-FFF2-40B4-BE49-F238E27FC236}">
                <a16:creationId xmlns:a16="http://schemas.microsoft.com/office/drawing/2014/main" id="{BCD59E03-45CC-46F0-8DC3-56DBFE47EB64}"/>
              </a:ext>
            </a:extLst>
          </p:cNvPr>
          <p:cNvSpPr>
            <a:spLocks noChangeShapeType="1"/>
          </p:cNvSpPr>
          <p:nvPr/>
        </p:nvSpPr>
        <p:spPr bwMode="auto">
          <a:xfrm flipH="1">
            <a:off x="3352800" y="3251200"/>
            <a:ext cx="685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2315" name="Group 91">
            <a:extLst>
              <a:ext uri="{FF2B5EF4-FFF2-40B4-BE49-F238E27FC236}">
                <a16:creationId xmlns:a16="http://schemas.microsoft.com/office/drawing/2014/main" id="{FB2B4244-8A6E-4D01-B5A4-CAAD9799AEF0}"/>
              </a:ext>
            </a:extLst>
          </p:cNvPr>
          <p:cNvGrpSpPr>
            <a:grpSpLocks/>
          </p:cNvGrpSpPr>
          <p:nvPr/>
        </p:nvGrpSpPr>
        <p:grpSpPr bwMode="auto">
          <a:xfrm>
            <a:off x="457200" y="2336800"/>
            <a:ext cx="8229600" cy="4038600"/>
            <a:chOff x="240" y="1536"/>
            <a:chExt cx="5184" cy="2544"/>
          </a:xfrm>
        </p:grpSpPr>
        <p:sp>
          <p:nvSpPr>
            <p:cNvPr id="52228" name="Oval 4">
              <a:extLst>
                <a:ext uri="{FF2B5EF4-FFF2-40B4-BE49-F238E27FC236}">
                  <a16:creationId xmlns:a16="http://schemas.microsoft.com/office/drawing/2014/main" id="{C392083D-AFD2-4BAF-B7C7-DE74E0A8B634}"/>
                </a:ext>
              </a:extLst>
            </p:cNvPr>
            <p:cNvSpPr>
              <a:spLocks noChangeArrowheads="1"/>
            </p:cNvSpPr>
            <p:nvPr/>
          </p:nvSpPr>
          <p:spPr bwMode="auto">
            <a:xfrm>
              <a:off x="336" y="17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A</a:t>
              </a:r>
            </a:p>
          </p:txBody>
        </p:sp>
        <p:sp>
          <p:nvSpPr>
            <p:cNvPr id="52230" name="Oval 6">
              <a:extLst>
                <a:ext uri="{FF2B5EF4-FFF2-40B4-BE49-F238E27FC236}">
                  <a16:creationId xmlns:a16="http://schemas.microsoft.com/office/drawing/2014/main" id="{F7FFBC78-06FA-402D-B6AF-14E99647C138}"/>
                </a:ext>
              </a:extLst>
            </p:cNvPr>
            <p:cNvSpPr>
              <a:spLocks noChangeArrowheads="1"/>
            </p:cNvSpPr>
            <p:nvPr/>
          </p:nvSpPr>
          <p:spPr bwMode="auto">
            <a:xfrm>
              <a:off x="2208" y="172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B</a:t>
              </a:r>
            </a:p>
          </p:txBody>
        </p:sp>
        <p:sp>
          <p:nvSpPr>
            <p:cNvPr id="52231" name="Oval 7">
              <a:extLst>
                <a:ext uri="{FF2B5EF4-FFF2-40B4-BE49-F238E27FC236}">
                  <a16:creationId xmlns:a16="http://schemas.microsoft.com/office/drawing/2014/main" id="{15DDD18C-B5D9-455C-A7E6-CD20DBC98DA6}"/>
                </a:ext>
              </a:extLst>
            </p:cNvPr>
            <p:cNvSpPr>
              <a:spLocks noChangeArrowheads="1"/>
            </p:cNvSpPr>
            <p:nvPr/>
          </p:nvSpPr>
          <p:spPr bwMode="auto">
            <a:xfrm>
              <a:off x="1200" y="288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C</a:t>
              </a:r>
            </a:p>
          </p:txBody>
        </p:sp>
        <p:sp>
          <p:nvSpPr>
            <p:cNvPr id="52232" name="Oval 8">
              <a:extLst>
                <a:ext uri="{FF2B5EF4-FFF2-40B4-BE49-F238E27FC236}">
                  <a16:creationId xmlns:a16="http://schemas.microsoft.com/office/drawing/2014/main" id="{0A45D694-59D0-4083-B5D6-6FC9D567D84B}"/>
                </a:ext>
              </a:extLst>
            </p:cNvPr>
            <p:cNvSpPr>
              <a:spLocks noChangeArrowheads="1"/>
            </p:cNvSpPr>
            <p:nvPr/>
          </p:nvSpPr>
          <p:spPr bwMode="auto">
            <a:xfrm>
              <a:off x="1872" y="15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D</a:t>
              </a:r>
            </a:p>
          </p:txBody>
        </p:sp>
        <p:sp>
          <p:nvSpPr>
            <p:cNvPr id="52233" name="Oval 9">
              <a:extLst>
                <a:ext uri="{FF2B5EF4-FFF2-40B4-BE49-F238E27FC236}">
                  <a16:creationId xmlns:a16="http://schemas.microsoft.com/office/drawing/2014/main" id="{117C69B6-F445-4707-918C-B4B8DD1A2C92}"/>
                </a:ext>
              </a:extLst>
            </p:cNvPr>
            <p:cNvSpPr>
              <a:spLocks noChangeArrowheads="1"/>
            </p:cNvSpPr>
            <p:nvPr/>
          </p:nvSpPr>
          <p:spPr bwMode="auto">
            <a:xfrm>
              <a:off x="1968" y="206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E</a:t>
              </a:r>
            </a:p>
          </p:txBody>
        </p:sp>
        <p:sp>
          <p:nvSpPr>
            <p:cNvPr id="52234" name="Oval 10">
              <a:extLst>
                <a:ext uri="{FF2B5EF4-FFF2-40B4-BE49-F238E27FC236}">
                  <a16:creationId xmlns:a16="http://schemas.microsoft.com/office/drawing/2014/main" id="{9CE04DF7-D57A-47E7-B20B-6E79AA870989}"/>
                </a:ext>
              </a:extLst>
            </p:cNvPr>
            <p:cNvSpPr>
              <a:spLocks noChangeArrowheads="1"/>
            </p:cNvSpPr>
            <p:nvPr/>
          </p:nvSpPr>
          <p:spPr bwMode="auto">
            <a:xfrm>
              <a:off x="1632" y="20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F</a:t>
              </a:r>
            </a:p>
          </p:txBody>
        </p:sp>
        <p:sp>
          <p:nvSpPr>
            <p:cNvPr id="52235" name="Oval 11">
              <a:extLst>
                <a:ext uri="{FF2B5EF4-FFF2-40B4-BE49-F238E27FC236}">
                  <a16:creationId xmlns:a16="http://schemas.microsoft.com/office/drawing/2014/main" id="{06B4E1DC-DBF9-434C-8A07-DA61D2AD2A84}"/>
                </a:ext>
              </a:extLst>
            </p:cNvPr>
            <p:cNvSpPr>
              <a:spLocks noChangeArrowheads="1"/>
            </p:cNvSpPr>
            <p:nvPr/>
          </p:nvSpPr>
          <p:spPr bwMode="auto">
            <a:xfrm>
              <a:off x="2208" y="355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G</a:t>
              </a:r>
            </a:p>
          </p:txBody>
        </p:sp>
        <p:sp>
          <p:nvSpPr>
            <p:cNvPr id="52236" name="Oval 12">
              <a:extLst>
                <a:ext uri="{FF2B5EF4-FFF2-40B4-BE49-F238E27FC236}">
                  <a16:creationId xmlns:a16="http://schemas.microsoft.com/office/drawing/2014/main" id="{305D648C-E3C4-4648-B3CD-53354B610201}"/>
                </a:ext>
              </a:extLst>
            </p:cNvPr>
            <p:cNvSpPr>
              <a:spLocks noChangeArrowheads="1"/>
            </p:cNvSpPr>
            <p:nvPr/>
          </p:nvSpPr>
          <p:spPr bwMode="auto">
            <a:xfrm>
              <a:off x="2448" y="20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H</a:t>
              </a:r>
            </a:p>
          </p:txBody>
        </p:sp>
        <p:sp>
          <p:nvSpPr>
            <p:cNvPr id="52237" name="Oval 13">
              <a:extLst>
                <a:ext uri="{FF2B5EF4-FFF2-40B4-BE49-F238E27FC236}">
                  <a16:creationId xmlns:a16="http://schemas.microsoft.com/office/drawing/2014/main" id="{63A0BA88-BEE3-4564-A38C-D14AC33254D0}"/>
                </a:ext>
              </a:extLst>
            </p:cNvPr>
            <p:cNvSpPr>
              <a:spLocks noChangeArrowheads="1"/>
            </p:cNvSpPr>
            <p:nvPr/>
          </p:nvSpPr>
          <p:spPr bwMode="auto">
            <a:xfrm>
              <a:off x="2352" y="259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I</a:t>
              </a:r>
            </a:p>
          </p:txBody>
        </p:sp>
        <p:sp>
          <p:nvSpPr>
            <p:cNvPr id="52238" name="Oval 14">
              <a:extLst>
                <a:ext uri="{FF2B5EF4-FFF2-40B4-BE49-F238E27FC236}">
                  <a16:creationId xmlns:a16="http://schemas.microsoft.com/office/drawing/2014/main" id="{68111525-887D-40FA-B3F6-B2A2856B3A57}"/>
                </a:ext>
              </a:extLst>
            </p:cNvPr>
            <p:cNvSpPr>
              <a:spLocks noChangeArrowheads="1"/>
            </p:cNvSpPr>
            <p:nvPr/>
          </p:nvSpPr>
          <p:spPr bwMode="auto">
            <a:xfrm>
              <a:off x="2064" y="268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J</a:t>
              </a:r>
            </a:p>
          </p:txBody>
        </p:sp>
        <p:sp>
          <p:nvSpPr>
            <p:cNvPr id="52239" name="Oval 15">
              <a:extLst>
                <a:ext uri="{FF2B5EF4-FFF2-40B4-BE49-F238E27FC236}">
                  <a16:creationId xmlns:a16="http://schemas.microsoft.com/office/drawing/2014/main" id="{7F5BE422-4C72-4EC5-A7D4-40AAC28AA840}"/>
                </a:ext>
              </a:extLst>
            </p:cNvPr>
            <p:cNvSpPr>
              <a:spLocks noChangeArrowheads="1"/>
            </p:cNvSpPr>
            <p:nvPr/>
          </p:nvSpPr>
          <p:spPr bwMode="auto">
            <a:xfrm>
              <a:off x="1824" y="244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K</a:t>
              </a:r>
            </a:p>
          </p:txBody>
        </p:sp>
        <p:sp>
          <p:nvSpPr>
            <p:cNvPr id="52240" name="Oval 16">
              <a:extLst>
                <a:ext uri="{FF2B5EF4-FFF2-40B4-BE49-F238E27FC236}">
                  <a16:creationId xmlns:a16="http://schemas.microsoft.com/office/drawing/2014/main" id="{5D3BA730-3C0A-4D2F-8A69-7516CE815ABE}"/>
                </a:ext>
              </a:extLst>
            </p:cNvPr>
            <p:cNvSpPr>
              <a:spLocks noChangeArrowheads="1"/>
            </p:cNvSpPr>
            <p:nvPr/>
          </p:nvSpPr>
          <p:spPr bwMode="auto">
            <a:xfrm>
              <a:off x="816" y="259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L</a:t>
              </a:r>
            </a:p>
          </p:txBody>
        </p:sp>
        <p:sp>
          <p:nvSpPr>
            <p:cNvPr id="52241" name="Oval 17">
              <a:extLst>
                <a:ext uri="{FF2B5EF4-FFF2-40B4-BE49-F238E27FC236}">
                  <a16:creationId xmlns:a16="http://schemas.microsoft.com/office/drawing/2014/main" id="{9C9E7331-397C-4826-A33D-BC05C69F8370}"/>
                </a:ext>
              </a:extLst>
            </p:cNvPr>
            <p:cNvSpPr>
              <a:spLocks noChangeArrowheads="1"/>
            </p:cNvSpPr>
            <p:nvPr/>
          </p:nvSpPr>
          <p:spPr bwMode="auto">
            <a:xfrm>
              <a:off x="720" y="316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M</a:t>
              </a:r>
            </a:p>
          </p:txBody>
        </p:sp>
        <p:sp>
          <p:nvSpPr>
            <p:cNvPr id="52242" name="Oval 18">
              <a:extLst>
                <a:ext uri="{FF2B5EF4-FFF2-40B4-BE49-F238E27FC236}">
                  <a16:creationId xmlns:a16="http://schemas.microsoft.com/office/drawing/2014/main" id="{B8A439BD-F48B-44C8-81A3-7C2D83BB28A9}"/>
                </a:ext>
              </a:extLst>
            </p:cNvPr>
            <p:cNvSpPr>
              <a:spLocks noChangeArrowheads="1"/>
            </p:cNvSpPr>
            <p:nvPr/>
          </p:nvSpPr>
          <p:spPr bwMode="auto">
            <a:xfrm>
              <a:off x="2688" y="15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N</a:t>
              </a:r>
            </a:p>
          </p:txBody>
        </p:sp>
        <p:sp>
          <p:nvSpPr>
            <p:cNvPr id="52243" name="Oval 19">
              <a:extLst>
                <a:ext uri="{FF2B5EF4-FFF2-40B4-BE49-F238E27FC236}">
                  <a16:creationId xmlns:a16="http://schemas.microsoft.com/office/drawing/2014/main" id="{5FDD9703-F8CC-49C2-915A-D8595C79FAB9}"/>
                </a:ext>
              </a:extLst>
            </p:cNvPr>
            <p:cNvSpPr>
              <a:spLocks noChangeArrowheads="1"/>
            </p:cNvSpPr>
            <p:nvPr/>
          </p:nvSpPr>
          <p:spPr bwMode="auto">
            <a:xfrm>
              <a:off x="2544" y="27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O</a:t>
              </a:r>
            </a:p>
          </p:txBody>
        </p:sp>
        <p:sp>
          <p:nvSpPr>
            <p:cNvPr id="52244" name="Oval 20">
              <a:extLst>
                <a:ext uri="{FF2B5EF4-FFF2-40B4-BE49-F238E27FC236}">
                  <a16:creationId xmlns:a16="http://schemas.microsoft.com/office/drawing/2014/main" id="{2C207785-5A54-487A-900D-FCBC8F6AEA68}"/>
                </a:ext>
              </a:extLst>
            </p:cNvPr>
            <p:cNvSpPr>
              <a:spLocks noChangeArrowheads="1"/>
            </p:cNvSpPr>
            <p:nvPr/>
          </p:nvSpPr>
          <p:spPr bwMode="auto">
            <a:xfrm>
              <a:off x="2496" y="32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P</a:t>
              </a:r>
            </a:p>
          </p:txBody>
        </p:sp>
        <p:sp>
          <p:nvSpPr>
            <p:cNvPr id="52245" name="Oval 21">
              <a:extLst>
                <a:ext uri="{FF2B5EF4-FFF2-40B4-BE49-F238E27FC236}">
                  <a16:creationId xmlns:a16="http://schemas.microsoft.com/office/drawing/2014/main" id="{62A5ACD9-6F88-484B-A9B6-166B1C8E2927}"/>
                </a:ext>
              </a:extLst>
            </p:cNvPr>
            <p:cNvSpPr>
              <a:spLocks noChangeArrowheads="1"/>
            </p:cNvSpPr>
            <p:nvPr/>
          </p:nvSpPr>
          <p:spPr bwMode="auto">
            <a:xfrm>
              <a:off x="2208" y="302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Q</a:t>
              </a:r>
            </a:p>
          </p:txBody>
        </p:sp>
        <p:sp>
          <p:nvSpPr>
            <p:cNvPr id="52246" name="Oval 22">
              <a:extLst>
                <a:ext uri="{FF2B5EF4-FFF2-40B4-BE49-F238E27FC236}">
                  <a16:creationId xmlns:a16="http://schemas.microsoft.com/office/drawing/2014/main" id="{B7631D53-033A-496E-979D-BC54568110A9}"/>
                </a:ext>
              </a:extLst>
            </p:cNvPr>
            <p:cNvSpPr>
              <a:spLocks noChangeArrowheads="1"/>
            </p:cNvSpPr>
            <p:nvPr/>
          </p:nvSpPr>
          <p:spPr bwMode="auto">
            <a:xfrm>
              <a:off x="2592" y="230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R</a:t>
              </a:r>
            </a:p>
          </p:txBody>
        </p:sp>
        <p:sp>
          <p:nvSpPr>
            <p:cNvPr id="52247" name="Oval 23">
              <a:extLst>
                <a:ext uri="{FF2B5EF4-FFF2-40B4-BE49-F238E27FC236}">
                  <a16:creationId xmlns:a16="http://schemas.microsoft.com/office/drawing/2014/main" id="{AEBCE684-5973-4F1B-A944-D5C3D2336202}"/>
                </a:ext>
              </a:extLst>
            </p:cNvPr>
            <p:cNvSpPr>
              <a:spLocks noChangeArrowheads="1"/>
            </p:cNvSpPr>
            <p:nvPr/>
          </p:nvSpPr>
          <p:spPr bwMode="auto">
            <a:xfrm>
              <a:off x="1824" y="369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S</a:t>
              </a:r>
            </a:p>
          </p:txBody>
        </p:sp>
        <p:sp>
          <p:nvSpPr>
            <p:cNvPr id="52248" name="Oval 24">
              <a:extLst>
                <a:ext uri="{FF2B5EF4-FFF2-40B4-BE49-F238E27FC236}">
                  <a16:creationId xmlns:a16="http://schemas.microsoft.com/office/drawing/2014/main" id="{38557845-A553-427A-891D-CFC6ED5C7939}"/>
                </a:ext>
              </a:extLst>
            </p:cNvPr>
            <p:cNvSpPr>
              <a:spLocks noChangeArrowheads="1"/>
            </p:cNvSpPr>
            <p:nvPr/>
          </p:nvSpPr>
          <p:spPr bwMode="auto">
            <a:xfrm>
              <a:off x="1920" y="340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T</a:t>
              </a:r>
            </a:p>
          </p:txBody>
        </p:sp>
        <p:sp>
          <p:nvSpPr>
            <p:cNvPr id="52249" name="Oval 25">
              <a:extLst>
                <a:ext uri="{FF2B5EF4-FFF2-40B4-BE49-F238E27FC236}">
                  <a16:creationId xmlns:a16="http://schemas.microsoft.com/office/drawing/2014/main" id="{2D4CCE73-9A0D-4F9B-BB39-31A2C3519365}"/>
                </a:ext>
              </a:extLst>
            </p:cNvPr>
            <p:cNvSpPr>
              <a:spLocks noChangeArrowheads="1"/>
            </p:cNvSpPr>
            <p:nvPr/>
          </p:nvSpPr>
          <p:spPr bwMode="auto">
            <a:xfrm>
              <a:off x="2112" y="388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U</a:t>
              </a:r>
            </a:p>
          </p:txBody>
        </p:sp>
        <p:sp>
          <p:nvSpPr>
            <p:cNvPr id="52250" name="Oval 26">
              <a:extLst>
                <a:ext uri="{FF2B5EF4-FFF2-40B4-BE49-F238E27FC236}">
                  <a16:creationId xmlns:a16="http://schemas.microsoft.com/office/drawing/2014/main" id="{D9FBB8D5-9BA1-45D0-9007-81872AD24A6B}"/>
                </a:ext>
              </a:extLst>
            </p:cNvPr>
            <p:cNvSpPr>
              <a:spLocks noChangeArrowheads="1"/>
            </p:cNvSpPr>
            <p:nvPr/>
          </p:nvSpPr>
          <p:spPr bwMode="auto">
            <a:xfrm>
              <a:off x="3168" y="196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V</a:t>
              </a:r>
            </a:p>
          </p:txBody>
        </p:sp>
        <p:sp>
          <p:nvSpPr>
            <p:cNvPr id="52251" name="Oval 27">
              <a:extLst>
                <a:ext uri="{FF2B5EF4-FFF2-40B4-BE49-F238E27FC236}">
                  <a16:creationId xmlns:a16="http://schemas.microsoft.com/office/drawing/2014/main" id="{9293D26C-DEA7-41C2-A54D-DA0277077354}"/>
                </a:ext>
              </a:extLst>
            </p:cNvPr>
            <p:cNvSpPr>
              <a:spLocks noChangeArrowheads="1"/>
            </p:cNvSpPr>
            <p:nvPr/>
          </p:nvSpPr>
          <p:spPr bwMode="auto">
            <a:xfrm>
              <a:off x="2592" y="374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W</a:t>
              </a:r>
            </a:p>
          </p:txBody>
        </p:sp>
        <p:sp>
          <p:nvSpPr>
            <p:cNvPr id="52252" name="Oval 28">
              <a:extLst>
                <a:ext uri="{FF2B5EF4-FFF2-40B4-BE49-F238E27FC236}">
                  <a16:creationId xmlns:a16="http://schemas.microsoft.com/office/drawing/2014/main" id="{F575316B-09E5-4C31-BB36-057C914352BD}"/>
                </a:ext>
              </a:extLst>
            </p:cNvPr>
            <p:cNvSpPr>
              <a:spLocks noChangeArrowheads="1"/>
            </p:cNvSpPr>
            <p:nvPr/>
          </p:nvSpPr>
          <p:spPr bwMode="auto">
            <a:xfrm>
              <a:off x="3168" y="288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X</a:t>
              </a:r>
            </a:p>
          </p:txBody>
        </p:sp>
        <p:sp>
          <p:nvSpPr>
            <p:cNvPr id="52253" name="Oval 29">
              <a:extLst>
                <a:ext uri="{FF2B5EF4-FFF2-40B4-BE49-F238E27FC236}">
                  <a16:creationId xmlns:a16="http://schemas.microsoft.com/office/drawing/2014/main" id="{1B601D8F-9845-4C8F-9A46-EE975FC24024}"/>
                </a:ext>
              </a:extLst>
            </p:cNvPr>
            <p:cNvSpPr>
              <a:spLocks noChangeArrowheads="1"/>
            </p:cNvSpPr>
            <p:nvPr/>
          </p:nvSpPr>
          <p:spPr bwMode="auto">
            <a:xfrm>
              <a:off x="2832" y="254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Y</a:t>
              </a:r>
            </a:p>
          </p:txBody>
        </p:sp>
        <p:sp>
          <p:nvSpPr>
            <p:cNvPr id="52254" name="Oval 30">
              <a:extLst>
                <a:ext uri="{FF2B5EF4-FFF2-40B4-BE49-F238E27FC236}">
                  <a16:creationId xmlns:a16="http://schemas.microsoft.com/office/drawing/2014/main" id="{F8BF3842-D109-4C0E-B8CE-5F721F48C27F}"/>
                </a:ext>
              </a:extLst>
            </p:cNvPr>
            <p:cNvSpPr>
              <a:spLocks noChangeArrowheads="1"/>
            </p:cNvSpPr>
            <p:nvPr/>
          </p:nvSpPr>
          <p:spPr bwMode="auto">
            <a:xfrm>
              <a:off x="2928" y="32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Z</a:t>
              </a:r>
            </a:p>
          </p:txBody>
        </p:sp>
        <p:sp>
          <p:nvSpPr>
            <p:cNvPr id="52255" name="Oval 31">
              <a:extLst>
                <a:ext uri="{FF2B5EF4-FFF2-40B4-BE49-F238E27FC236}">
                  <a16:creationId xmlns:a16="http://schemas.microsoft.com/office/drawing/2014/main" id="{A57D4842-8D75-4523-87C7-0EB06C7813D6}"/>
                </a:ext>
              </a:extLst>
            </p:cNvPr>
            <p:cNvSpPr>
              <a:spLocks noChangeArrowheads="1"/>
            </p:cNvSpPr>
            <p:nvPr/>
          </p:nvSpPr>
          <p:spPr bwMode="auto">
            <a:xfrm>
              <a:off x="1440" y="384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AA</a:t>
              </a:r>
            </a:p>
          </p:txBody>
        </p:sp>
        <p:sp>
          <p:nvSpPr>
            <p:cNvPr id="52256" name="Oval 32">
              <a:extLst>
                <a:ext uri="{FF2B5EF4-FFF2-40B4-BE49-F238E27FC236}">
                  <a16:creationId xmlns:a16="http://schemas.microsoft.com/office/drawing/2014/main" id="{C8180EEF-F301-4D7A-9097-F75155AAA9B4}"/>
                </a:ext>
              </a:extLst>
            </p:cNvPr>
            <p:cNvSpPr>
              <a:spLocks noChangeArrowheads="1"/>
            </p:cNvSpPr>
            <p:nvPr/>
          </p:nvSpPr>
          <p:spPr bwMode="auto">
            <a:xfrm>
              <a:off x="720" y="15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BB</a:t>
              </a:r>
            </a:p>
          </p:txBody>
        </p:sp>
        <p:sp>
          <p:nvSpPr>
            <p:cNvPr id="52257" name="Oval 33">
              <a:extLst>
                <a:ext uri="{FF2B5EF4-FFF2-40B4-BE49-F238E27FC236}">
                  <a16:creationId xmlns:a16="http://schemas.microsoft.com/office/drawing/2014/main" id="{52820868-2F77-4E2A-B86B-9FAAF6EE1BDB}"/>
                </a:ext>
              </a:extLst>
            </p:cNvPr>
            <p:cNvSpPr>
              <a:spLocks noChangeArrowheads="1"/>
            </p:cNvSpPr>
            <p:nvPr/>
          </p:nvSpPr>
          <p:spPr bwMode="auto">
            <a:xfrm>
              <a:off x="240" y="264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CC</a:t>
              </a:r>
            </a:p>
          </p:txBody>
        </p:sp>
        <p:sp>
          <p:nvSpPr>
            <p:cNvPr id="52258" name="Oval 34">
              <a:extLst>
                <a:ext uri="{FF2B5EF4-FFF2-40B4-BE49-F238E27FC236}">
                  <a16:creationId xmlns:a16="http://schemas.microsoft.com/office/drawing/2014/main" id="{E42E2395-213E-4014-9AC1-1F58AE4C4FCD}"/>
                </a:ext>
              </a:extLst>
            </p:cNvPr>
            <p:cNvSpPr>
              <a:spLocks noChangeArrowheads="1"/>
            </p:cNvSpPr>
            <p:nvPr/>
          </p:nvSpPr>
          <p:spPr bwMode="auto">
            <a:xfrm>
              <a:off x="1056" y="211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DD</a:t>
              </a:r>
            </a:p>
          </p:txBody>
        </p:sp>
        <p:sp>
          <p:nvSpPr>
            <p:cNvPr id="52259" name="Oval 35">
              <a:extLst>
                <a:ext uri="{FF2B5EF4-FFF2-40B4-BE49-F238E27FC236}">
                  <a16:creationId xmlns:a16="http://schemas.microsoft.com/office/drawing/2014/main" id="{149D21D9-81B0-4E58-B914-A1A0E2CA7A96}"/>
                </a:ext>
              </a:extLst>
            </p:cNvPr>
            <p:cNvSpPr>
              <a:spLocks noChangeArrowheads="1"/>
            </p:cNvSpPr>
            <p:nvPr/>
          </p:nvSpPr>
          <p:spPr bwMode="auto">
            <a:xfrm>
              <a:off x="3792" y="182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EE</a:t>
              </a:r>
            </a:p>
          </p:txBody>
        </p:sp>
        <p:sp>
          <p:nvSpPr>
            <p:cNvPr id="52260" name="Oval 36">
              <a:extLst>
                <a:ext uri="{FF2B5EF4-FFF2-40B4-BE49-F238E27FC236}">
                  <a16:creationId xmlns:a16="http://schemas.microsoft.com/office/drawing/2014/main" id="{9A7681DF-5ED2-4F86-87D5-8BD9545B4E69}"/>
                </a:ext>
              </a:extLst>
            </p:cNvPr>
            <p:cNvSpPr>
              <a:spLocks noChangeArrowheads="1"/>
            </p:cNvSpPr>
            <p:nvPr/>
          </p:nvSpPr>
          <p:spPr bwMode="auto">
            <a:xfrm>
              <a:off x="3456" y="17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FF</a:t>
              </a:r>
            </a:p>
          </p:txBody>
        </p:sp>
        <p:sp>
          <p:nvSpPr>
            <p:cNvPr id="52261" name="Oval 37">
              <a:extLst>
                <a:ext uri="{FF2B5EF4-FFF2-40B4-BE49-F238E27FC236}">
                  <a16:creationId xmlns:a16="http://schemas.microsoft.com/office/drawing/2014/main" id="{6E303C97-F342-4218-AAA6-0BA5EDD129E8}"/>
                </a:ext>
              </a:extLst>
            </p:cNvPr>
            <p:cNvSpPr>
              <a:spLocks noChangeArrowheads="1"/>
            </p:cNvSpPr>
            <p:nvPr/>
          </p:nvSpPr>
          <p:spPr bwMode="auto">
            <a:xfrm>
              <a:off x="576" y="206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GG</a:t>
              </a:r>
            </a:p>
          </p:txBody>
        </p:sp>
        <p:sp>
          <p:nvSpPr>
            <p:cNvPr id="52262" name="Oval 38">
              <a:extLst>
                <a:ext uri="{FF2B5EF4-FFF2-40B4-BE49-F238E27FC236}">
                  <a16:creationId xmlns:a16="http://schemas.microsoft.com/office/drawing/2014/main" id="{79E848DD-B912-4A5F-89F0-B88AC9F017E3}"/>
                </a:ext>
              </a:extLst>
            </p:cNvPr>
            <p:cNvSpPr>
              <a:spLocks noChangeArrowheads="1"/>
            </p:cNvSpPr>
            <p:nvPr/>
          </p:nvSpPr>
          <p:spPr bwMode="auto">
            <a:xfrm>
              <a:off x="4272" y="17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HH</a:t>
              </a:r>
            </a:p>
          </p:txBody>
        </p:sp>
        <p:sp>
          <p:nvSpPr>
            <p:cNvPr id="52263" name="Oval 39">
              <a:extLst>
                <a:ext uri="{FF2B5EF4-FFF2-40B4-BE49-F238E27FC236}">
                  <a16:creationId xmlns:a16="http://schemas.microsoft.com/office/drawing/2014/main" id="{1AE79C48-AA6C-43E2-9461-DDE013309FE2}"/>
                </a:ext>
              </a:extLst>
            </p:cNvPr>
            <p:cNvSpPr>
              <a:spLocks noChangeArrowheads="1"/>
            </p:cNvSpPr>
            <p:nvPr/>
          </p:nvSpPr>
          <p:spPr bwMode="auto">
            <a:xfrm>
              <a:off x="4176" y="235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II</a:t>
              </a:r>
            </a:p>
          </p:txBody>
        </p:sp>
        <p:sp>
          <p:nvSpPr>
            <p:cNvPr id="52264" name="Oval 40">
              <a:extLst>
                <a:ext uri="{FF2B5EF4-FFF2-40B4-BE49-F238E27FC236}">
                  <a16:creationId xmlns:a16="http://schemas.microsoft.com/office/drawing/2014/main" id="{A48489E7-5F63-442F-A9F0-FF075EA6C836}"/>
                </a:ext>
              </a:extLst>
            </p:cNvPr>
            <p:cNvSpPr>
              <a:spLocks noChangeArrowheads="1"/>
            </p:cNvSpPr>
            <p:nvPr/>
          </p:nvSpPr>
          <p:spPr bwMode="auto">
            <a:xfrm>
              <a:off x="3888" y="244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JJ</a:t>
              </a:r>
            </a:p>
          </p:txBody>
        </p:sp>
        <p:sp>
          <p:nvSpPr>
            <p:cNvPr id="52265" name="Oval 41">
              <a:extLst>
                <a:ext uri="{FF2B5EF4-FFF2-40B4-BE49-F238E27FC236}">
                  <a16:creationId xmlns:a16="http://schemas.microsoft.com/office/drawing/2014/main" id="{D4F449F6-2C58-4CB9-9CC1-9C87D9D58F87}"/>
                </a:ext>
              </a:extLst>
            </p:cNvPr>
            <p:cNvSpPr>
              <a:spLocks noChangeArrowheads="1"/>
            </p:cNvSpPr>
            <p:nvPr/>
          </p:nvSpPr>
          <p:spPr bwMode="auto">
            <a:xfrm>
              <a:off x="3264" y="240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KK</a:t>
              </a:r>
            </a:p>
          </p:txBody>
        </p:sp>
        <p:sp>
          <p:nvSpPr>
            <p:cNvPr id="52266" name="Oval 42">
              <a:extLst>
                <a:ext uri="{FF2B5EF4-FFF2-40B4-BE49-F238E27FC236}">
                  <a16:creationId xmlns:a16="http://schemas.microsoft.com/office/drawing/2014/main" id="{CC3FC309-DBF3-4FB0-AEF9-263E53973757}"/>
                </a:ext>
              </a:extLst>
            </p:cNvPr>
            <p:cNvSpPr>
              <a:spLocks noChangeArrowheads="1"/>
            </p:cNvSpPr>
            <p:nvPr/>
          </p:nvSpPr>
          <p:spPr bwMode="auto">
            <a:xfrm>
              <a:off x="288" y="302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LL</a:t>
              </a:r>
            </a:p>
          </p:txBody>
        </p:sp>
        <p:sp>
          <p:nvSpPr>
            <p:cNvPr id="52267" name="Oval 43">
              <a:extLst>
                <a:ext uri="{FF2B5EF4-FFF2-40B4-BE49-F238E27FC236}">
                  <a16:creationId xmlns:a16="http://schemas.microsoft.com/office/drawing/2014/main" id="{CC3BFBE2-2F76-4EC2-8EE8-7C22AA7C50D8}"/>
                </a:ext>
              </a:extLst>
            </p:cNvPr>
            <p:cNvSpPr>
              <a:spLocks noChangeArrowheads="1"/>
            </p:cNvSpPr>
            <p:nvPr/>
          </p:nvSpPr>
          <p:spPr bwMode="auto">
            <a:xfrm>
              <a:off x="1248" y="32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MM</a:t>
              </a:r>
            </a:p>
          </p:txBody>
        </p:sp>
        <p:sp>
          <p:nvSpPr>
            <p:cNvPr id="52268" name="Oval 44">
              <a:extLst>
                <a:ext uri="{FF2B5EF4-FFF2-40B4-BE49-F238E27FC236}">
                  <a16:creationId xmlns:a16="http://schemas.microsoft.com/office/drawing/2014/main" id="{A732AFD6-7962-4702-A23C-FF54A1D56B6F}"/>
                </a:ext>
              </a:extLst>
            </p:cNvPr>
            <p:cNvSpPr>
              <a:spLocks noChangeArrowheads="1"/>
            </p:cNvSpPr>
            <p:nvPr/>
          </p:nvSpPr>
          <p:spPr bwMode="auto">
            <a:xfrm>
              <a:off x="480" y="244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NN</a:t>
              </a:r>
            </a:p>
          </p:txBody>
        </p:sp>
        <p:sp>
          <p:nvSpPr>
            <p:cNvPr id="52269" name="Oval 45">
              <a:extLst>
                <a:ext uri="{FF2B5EF4-FFF2-40B4-BE49-F238E27FC236}">
                  <a16:creationId xmlns:a16="http://schemas.microsoft.com/office/drawing/2014/main" id="{0B9659C3-A19A-4FD2-8A8D-8EE07DC49901}"/>
                </a:ext>
              </a:extLst>
            </p:cNvPr>
            <p:cNvSpPr>
              <a:spLocks noChangeArrowheads="1"/>
            </p:cNvSpPr>
            <p:nvPr/>
          </p:nvSpPr>
          <p:spPr bwMode="auto">
            <a:xfrm>
              <a:off x="4368" y="254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OO</a:t>
              </a:r>
            </a:p>
          </p:txBody>
        </p:sp>
        <p:sp>
          <p:nvSpPr>
            <p:cNvPr id="52270" name="Oval 46">
              <a:extLst>
                <a:ext uri="{FF2B5EF4-FFF2-40B4-BE49-F238E27FC236}">
                  <a16:creationId xmlns:a16="http://schemas.microsoft.com/office/drawing/2014/main" id="{11CD1233-1978-4769-89EB-C824C239E114}"/>
                </a:ext>
              </a:extLst>
            </p:cNvPr>
            <p:cNvSpPr>
              <a:spLocks noChangeArrowheads="1"/>
            </p:cNvSpPr>
            <p:nvPr/>
          </p:nvSpPr>
          <p:spPr bwMode="auto">
            <a:xfrm>
              <a:off x="4320" y="29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PP</a:t>
              </a:r>
            </a:p>
          </p:txBody>
        </p:sp>
        <p:sp>
          <p:nvSpPr>
            <p:cNvPr id="52271" name="Oval 47">
              <a:extLst>
                <a:ext uri="{FF2B5EF4-FFF2-40B4-BE49-F238E27FC236}">
                  <a16:creationId xmlns:a16="http://schemas.microsoft.com/office/drawing/2014/main" id="{3FB45B31-45B8-4553-956E-E1124FFFC666}"/>
                </a:ext>
              </a:extLst>
            </p:cNvPr>
            <p:cNvSpPr>
              <a:spLocks noChangeArrowheads="1"/>
            </p:cNvSpPr>
            <p:nvPr/>
          </p:nvSpPr>
          <p:spPr bwMode="auto">
            <a:xfrm>
              <a:off x="4032" y="27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QQ</a:t>
              </a:r>
            </a:p>
          </p:txBody>
        </p:sp>
        <p:sp>
          <p:nvSpPr>
            <p:cNvPr id="52272" name="Oval 48">
              <a:extLst>
                <a:ext uri="{FF2B5EF4-FFF2-40B4-BE49-F238E27FC236}">
                  <a16:creationId xmlns:a16="http://schemas.microsoft.com/office/drawing/2014/main" id="{FC92336A-B99C-41F0-9549-683EBFBF59CB}"/>
                </a:ext>
              </a:extLst>
            </p:cNvPr>
            <p:cNvSpPr>
              <a:spLocks noChangeArrowheads="1"/>
            </p:cNvSpPr>
            <p:nvPr/>
          </p:nvSpPr>
          <p:spPr bwMode="auto">
            <a:xfrm>
              <a:off x="3456" y="32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RR</a:t>
              </a:r>
            </a:p>
          </p:txBody>
        </p:sp>
        <p:sp>
          <p:nvSpPr>
            <p:cNvPr id="52273" name="Oval 49">
              <a:extLst>
                <a:ext uri="{FF2B5EF4-FFF2-40B4-BE49-F238E27FC236}">
                  <a16:creationId xmlns:a16="http://schemas.microsoft.com/office/drawing/2014/main" id="{540A80D2-730F-4C78-87D0-3B54248A68C3}"/>
                </a:ext>
              </a:extLst>
            </p:cNvPr>
            <p:cNvSpPr>
              <a:spLocks noChangeArrowheads="1"/>
            </p:cNvSpPr>
            <p:nvPr/>
          </p:nvSpPr>
          <p:spPr bwMode="auto">
            <a:xfrm>
              <a:off x="3648" y="345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SS</a:t>
              </a:r>
            </a:p>
          </p:txBody>
        </p:sp>
        <p:sp>
          <p:nvSpPr>
            <p:cNvPr id="52274" name="Oval 50">
              <a:extLst>
                <a:ext uri="{FF2B5EF4-FFF2-40B4-BE49-F238E27FC236}">
                  <a16:creationId xmlns:a16="http://schemas.microsoft.com/office/drawing/2014/main" id="{3614DDF6-2D7B-4188-8361-BEA0AEC2612D}"/>
                </a:ext>
              </a:extLst>
            </p:cNvPr>
            <p:cNvSpPr>
              <a:spLocks noChangeArrowheads="1"/>
            </p:cNvSpPr>
            <p:nvPr/>
          </p:nvSpPr>
          <p:spPr bwMode="auto">
            <a:xfrm>
              <a:off x="3600" y="27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TT</a:t>
              </a:r>
            </a:p>
          </p:txBody>
        </p:sp>
        <p:sp>
          <p:nvSpPr>
            <p:cNvPr id="52275" name="Oval 51">
              <a:extLst>
                <a:ext uri="{FF2B5EF4-FFF2-40B4-BE49-F238E27FC236}">
                  <a16:creationId xmlns:a16="http://schemas.microsoft.com/office/drawing/2014/main" id="{85B255AC-3FA8-45C1-9196-C06B6C3814D3}"/>
                </a:ext>
              </a:extLst>
            </p:cNvPr>
            <p:cNvSpPr>
              <a:spLocks noChangeArrowheads="1"/>
            </p:cNvSpPr>
            <p:nvPr/>
          </p:nvSpPr>
          <p:spPr bwMode="auto">
            <a:xfrm>
              <a:off x="3936" y="364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UU</a:t>
              </a:r>
            </a:p>
          </p:txBody>
        </p:sp>
        <p:sp>
          <p:nvSpPr>
            <p:cNvPr id="52276" name="Oval 52">
              <a:extLst>
                <a:ext uri="{FF2B5EF4-FFF2-40B4-BE49-F238E27FC236}">
                  <a16:creationId xmlns:a16="http://schemas.microsoft.com/office/drawing/2014/main" id="{4286EF66-E7D2-4601-A8A3-5A9BE9526A68}"/>
                </a:ext>
              </a:extLst>
            </p:cNvPr>
            <p:cNvSpPr>
              <a:spLocks noChangeArrowheads="1"/>
            </p:cNvSpPr>
            <p:nvPr/>
          </p:nvSpPr>
          <p:spPr bwMode="auto">
            <a:xfrm>
              <a:off x="3984" y="211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VV</a:t>
              </a:r>
            </a:p>
          </p:txBody>
        </p:sp>
        <p:sp>
          <p:nvSpPr>
            <p:cNvPr id="52277" name="Oval 53">
              <a:extLst>
                <a:ext uri="{FF2B5EF4-FFF2-40B4-BE49-F238E27FC236}">
                  <a16:creationId xmlns:a16="http://schemas.microsoft.com/office/drawing/2014/main" id="{069D1A48-DF26-44F0-80D7-AB4FAC148C70}"/>
                </a:ext>
              </a:extLst>
            </p:cNvPr>
            <p:cNvSpPr>
              <a:spLocks noChangeArrowheads="1"/>
            </p:cNvSpPr>
            <p:nvPr/>
          </p:nvSpPr>
          <p:spPr bwMode="auto">
            <a:xfrm>
              <a:off x="4416" y="350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WW</a:t>
              </a:r>
            </a:p>
          </p:txBody>
        </p:sp>
        <p:sp>
          <p:nvSpPr>
            <p:cNvPr id="52278" name="Oval 54">
              <a:extLst>
                <a:ext uri="{FF2B5EF4-FFF2-40B4-BE49-F238E27FC236}">
                  <a16:creationId xmlns:a16="http://schemas.microsoft.com/office/drawing/2014/main" id="{544128E4-95ED-4215-9397-FE09044333CA}"/>
                </a:ext>
              </a:extLst>
            </p:cNvPr>
            <p:cNvSpPr>
              <a:spLocks noChangeArrowheads="1"/>
            </p:cNvSpPr>
            <p:nvPr/>
          </p:nvSpPr>
          <p:spPr bwMode="auto">
            <a:xfrm>
              <a:off x="3936" y="32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XX</a:t>
              </a:r>
            </a:p>
          </p:txBody>
        </p:sp>
        <p:sp>
          <p:nvSpPr>
            <p:cNvPr id="52279" name="Oval 55">
              <a:extLst>
                <a:ext uri="{FF2B5EF4-FFF2-40B4-BE49-F238E27FC236}">
                  <a16:creationId xmlns:a16="http://schemas.microsoft.com/office/drawing/2014/main" id="{57F64B42-3E79-47F9-9622-BD77F111AAED}"/>
                </a:ext>
              </a:extLst>
            </p:cNvPr>
            <p:cNvSpPr>
              <a:spLocks noChangeArrowheads="1"/>
            </p:cNvSpPr>
            <p:nvPr/>
          </p:nvSpPr>
          <p:spPr bwMode="auto">
            <a:xfrm>
              <a:off x="3552" y="220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YY</a:t>
              </a:r>
            </a:p>
          </p:txBody>
        </p:sp>
        <p:sp>
          <p:nvSpPr>
            <p:cNvPr id="52280" name="Oval 56">
              <a:extLst>
                <a:ext uri="{FF2B5EF4-FFF2-40B4-BE49-F238E27FC236}">
                  <a16:creationId xmlns:a16="http://schemas.microsoft.com/office/drawing/2014/main" id="{3557597C-6565-4D25-A047-9260F35522F3}"/>
                </a:ext>
              </a:extLst>
            </p:cNvPr>
            <p:cNvSpPr>
              <a:spLocks noChangeArrowheads="1"/>
            </p:cNvSpPr>
            <p:nvPr/>
          </p:nvSpPr>
          <p:spPr bwMode="auto">
            <a:xfrm>
              <a:off x="4752" y="29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ZZ</a:t>
              </a:r>
            </a:p>
          </p:txBody>
        </p:sp>
        <p:sp>
          <p:nvSpPr>
            <p:cNvPr id="52281" name="Oval 57">
              <a:extLst>
                <a:ext uri="{FF2B5EF4-FFF2-40B4-BE49-F238E27FC236}">
                  <a16:creationId xmlns:a16="http://schemas.microsoft.com/office/drawing/2014/main" id="{2414B305-D4C6-424D-B699-57F3B116F991}"/>
                </a:ext>
              </a:extLst>
            </p:cNvPr>
            <p:cNvSpPr>
              <a:spLocks noChangeArrowheads="1"/>
            </p:cNvSpPr>
            <p:nvPr/>
          </p:nvSpPr>
          <p:spPr bwMode="auto">
            <a:xfrm>
              <a:off x="1152" y="17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a</a:t>
              </a:r>
            </a:p>
          </p:txBody>
        </p:sp>
        <p:sp>
          <p:nvSpPr>
            <p:cNvPr id="52282" name="Oval 58">
              <a:extLst>
                <a:ext uri="{FF2B5EF4-FFF2-40B4-BE49-F238E27FC236}">
                  <a16:creationId xmlns:a16="http://schemas.microsoft.com/office/drawing/2014/main" id="{61085866-67A8-4A72-B2F0-19C62F1810A7}"/>
                </a:ext>
              </a:extLst>
            </p:cNvPr>
            <p:cNvSpPr>
              <a:spLocks noChangeArrowheads="1"/>
            </p:cNvSpPr>
            <p:nvPr/>
          </p:nvSpPr>
          <p:spPr bwMode="auto">
            <a:xfrm>
              <a:off x="768" y="379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b</a:t>
              </a:r>
            </a:p>
          </p:txBody>
        </p:sp>
        <p:sp>
          <p:nvSpPr>
            <p:cNvPr id="52283" name="Oval 59">
              <a:extLst>
                <a:ext uri="{FF2B5EF4-FFF2-40B4-BE49-F238E27FC236}">
                  <a16:creationId xmlns:a16="http://schemas.microsoft.com/office/drawing/2014/main" id="{0882E33A-3672-4241-B06F-079398FE1D72}"/>
                </a:ext>
              </a:extLst>
            </p:cNvPr>
            <p:cNvSpPr>
              <a:spLocks noChangeArrowheads="1"/>
            </p:cNvSpPr>
            <p:nvPr/>
          </p:nvSpPr>
          <p:spPr bwMode="auto">
            <a:xfrm>
              <a:off x="5184" y="192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c</a:t>
              </a:r>
            </a:p>
          </p:txBody>
        </p:sp>
        <p:sp>
          <p:nvSpPr>
            <p:cNvPr id="52284" name="Oval 60">
              <a:extLst>
                <a:ext uri="{FF2B5EF4-FFF2-40B4-BE49-F238E27FC236}">
                  <a16:creationId xmlns:a16="http://schemas.microsoft.com/office/drawing/2014/main" id="{BFAC9190-4AF9-42BC-A291-4F1461F057F3}"/>
                </a:ext>
              </a:extLst>
            </p:cNvPr>
            <p:cNvSpPr>
              <a:spLocks noChangeArrowheads="1"/>
            </p:cNvSpPr>
            <p:nvPr/>
          </p:nvSpPr>
          <p:spPr bwMode="auto">
            <a:xfrm>
              <a:off x="480" y="350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d</a:t>
              </a:r>
            </a:p>
          </p:txBody>
        </p:sp>
        <p:sp>
          <p:nvSpPr>
            <p:cNvPr id="52285" name="Oval 61">
              <a:extLst>
                <a:ext uri="{FF2B5EF4-FFF2-40B4-BE49-F238E27FC236}">
                  <a16:creationId xmlns:a16="http://schemas.microsoft.com/office/drawing/2014/main" id="{3769A8A3-74C1-478C-B4EE-7BF4B795A942}"/>
                </a:ext>
              </a:extLst>
            </p:cNvPr>
            <p:cNvSpPr>
              <a:spLocks noChangeArrowheads="1"/>
            </p:cNvSpPr>
            <p:nvPr/>
          </p:nvSpPr>
          <p:spPr bwMode="auto">
            <a:xfrm>
              <a:off x="2928" y="388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e</a:t>
              </a:r>
            </a:p>
          </p:txBody>
        </p:sp>
        <p:sp>
          <p:nvSpPr>
            <p:cNvPr id="52286" name="Oval 62">
              <a:extLst>
                <a:ext uri="{FF2B5EF4-FFF2-40B4-BE49-F238E27FC236}">
                  <a16:creationId xmlns:a16="http://schemas.microsoft.com/office/drawing/2014/main" id="{9E773B39-C44F-4A6A-A99E-77B6E39CA559}"/>
                </a:ext>
              </a:extLst>
            </p:cNvPr>
            <p:cNvSpPr>
              <a:spLocks noChangeArrowheads="1"/>
            </p:cNvSpPr>
            <p:nvPr/>
          </p:nvSpPr>
          <p:spPr bwMode="auto">
            <a:xfrm>
              <a:off x="1824" y="297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f</a:t>
              </a:r>
            </a:p>
          </p:txBody>
        </p:sp>
        <p:sp>
          <p:nvSpPr>
            <p:cNvPr id="52287" name="Oval 63">
              <a:extLst>
                <a:ext uri="{FF2B5EF4-FFF2-40B4-BE49-F238E27FC236}">
                  <a16:creationId xmlns:a16="http://schemas.microsoft.com/office/drawing/2014/main" id="{AC4DDE39-3E76-4AA9-985B-F86C04810E21}"/>
                </a:ext>
              </a:extLst>
            </p:cNvPr>
            <p:cNvSpPr>
              <a:spLocks noChangeArrowheads="1"/>
            </p:cNvSpPr>
            <p:nvPr/>
          </p:nvSpPr>
          <p:spPr bwMode="auto">
            <a:xfrm>
              <a:off x="5184" y="153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g</a:t>
              </a:r>
            </a:p>
          </p:txBody>
        </p:sp>
        <p:sp>
          <p:nvSpPr>
            <p:cNvPr id="52288" name="Oval 64">
              <a:extLst>
                <a:ext uri="{FF2B5EF4-FFF2-40B4-BE49-F238E27FC236}">
                  <a16:creationId xmlns:a16="http://schemas.microsoft.com/office/drawing/2014/main" id="{5B6A88A1-6C55-43AE-AF00-F7A72308B4A7}"/>
                </a:ext>
              </a:extLst>
            </p:cNvPr>
            <p:cNvSpPr>
              <a:spLocks noChangeArrowheads="1"/>
            </p:cNvSpPr>
            <p:nvPr/>
          </p:nvSpPr>
          <p:spPr bwMode="auto">
            <a:xfrm>
              <a:off x="1248" y="240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h</a:t>
              </a:r>
            </a:p>
          </p:txBody>
        </p:sp>
        <p:sp>
          <p:nvSpPr>
            <p:cNvPr id="52289" name="Oval 65">
              <a:extLst>
                <a:ext uri="{FF2B5EF4-FFF2-40B4-BE49-F238E27FC236}">
                  <a16:creationId xmlns:a16="http://schemas.microsoft.com/office/drawing/2014/main" id="{CD873099-7146-444E-B7F8-214D75EE4D91}"/>
                </a:ext>
              </a:extLst>
            </p:cNvPr>
            <p:cNvSpPr>
              <a:spLocks noChangeArrowheads="1"/>
            </p:cNvSpPr>
            <p:nvPr/>
          </p:nvSpPr>
          <p:spPr bwMode="auto">
            <a:xfrm>
              <a:off x="1536" y="168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h</a:t>
              </a:r>
            </a:p>
          </p:txBody>
        </p:sp>
        <p:sp>
          <p:nvSpPr>
            <p:cNvPr id="52290" name="Oval 66">
              <a:extLst>
                <a:ext uri="{FF2B5EF4-FFF2-40B4-BE49-F238E27FC236}">
                  <a16:creationId xmlns:a16="http://schemas.microsoft.com/office/drawing/2014/main" id="{A7B4DE94-3F9C-462E-96AD-CBF9E9C1EEAD}"/>
                </a:ext>
              </a:extLst>
            </p:cNvPr>
            <p:cNvSpPr>
              <a:spLocks noChangeArrowheads="1"/>
            </p:cNvSpPr>
            <p:nvPr/>
          </p:nvSpPr>
          <p:spPr bwMode="auto">
            <a:xfrm>
              <a:off x="4368" y="388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j</a:t>
              </a:r>
            </a:p>
          </p:txBody>
        </p:sp>
        <p:sp>
          <p:nvSpPr>
            <p:cNvPr id="52291" name="Oval 67">
              <a:extLst>
                <a:ext uri="{FF2B5EF4-FFF2-40B4-BE49-F238E27FC236}">
                  <a16:creationId xmlns:a16="http://schemas.microsoft.com/office/drawing/2014/main" id="{2B51BDAD-BCF6-4400-A8CE-BAAE33713367}"/>
                </a:ext>
              </a:extLst>
            </p:cNvPr>
            <p:cNvSpPr>
              <a:spLocks noChangeArrowheads="1"/>
            </p:cNvSpPr>
            <p:nvPr/>
          </p:nvSpPr>
          <p:spPr bwMode="auto">
            <a:xfrm>
              <a:off x="5040" y="249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k</a:t>
              </a:r>
            </a:p>
          </p:txBody>
        </p:sp>
        <p:sp>
          <p:nvSpPr>
            <p:cNvPr id="52292" name="Oval 68">
              <a:extLst>
                <a:ext uri="{FF2B5EF4-FFF2-40B4-BE49-F238E27FC236}">
                  <a16:creationId xmlns:a16="http://schemas.microsoft.com/office/drawing/2014/main" id="{6D46DC8F-35E3-4047-9F9A-C88813DA1446}"/>
                </a:ext>
              </a:extLst>
            </p:cNvPr>
            <p:cNvSpPr>
              <a:spLocks noChangeArrowheads="1"/>
            </p:cNvSpPr>
            <p:nvPr/>
          </p:nvSpPr>
          <p:spPr bwMode="auto">
            <a:xfrm>
              <a:off x="2976" y="158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l</a:t>
              </a:r>
            </a:p>
          </p:txBody>
        </p:sp>
        <p:sp>
          <p:nvSpPr>
            <p:cNvPr id="52293" name="Oval 69">
              <a:extLst>
                <a:ext uri="{FF2B5EF4-FFF2-40B4-BE49-F238E27FC236}">
                  <a16:creationId xmlns:a16="http://schemas.microsoft.com/office/drawing/2014/main" id="{F5FDCC60-ABB1-44B4-BC42-141085E4CE21}"/>
                </a:ext>
              </a:extLst>
            </p:cNvPr>
            <p:cNvSpPr>
              <a:spLocks noChangeArrowheads="1"/>
            </p:cNvSpPr>
            <p:nvPr/>
          </p:nvSpPr>
          <p:spPr bwMode="auto">
            <a:xfrm>
              <a:off x="4752" y="235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m</a:t>
              </a:r>
            </a:p>
          </p:txBody>
        </p:sp>
        <p:sp>
          <p:nvSpPr>
            <p:cNvPr id="52294" name="Oval 70">
              <a:extLst>
                <a:ext uri="{FF2B5EF4-FFF2-40B4-BE49-F238E27FC236}">
                  <a16:creationId xmlns:a16="http://schemas.microsoft.com/office/drawing/2014/main" id="{103B0AC1-91D1-47FD-BA8E-5508598161BB}"/>
                </a:ext>
              </a:extLst>
            </p:cNvPr>
            <p:cNvSpPr>
              <a:spLocks noChangeArrowheads="1"/>
            </p:cNvSpPr>
            <p:nvPr/>
          </p:nvSpPr>
          <p:spPr bwMode="auto">
            <a:xfrm>
              <a:off x="4416" y="201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n</a:t>
              </a:r>
            </a:p>
          </p:txBody>
        </p:sp>
        <p:sp>
          <p:nvSpPr>
            <p:cNvPr id="52295" name="Oval 71">
              <a:extLst>
                <a:ext uri="{FF2B5EF4-FFF2-40B4-BE49-F238E27FC236}">
                  <a16:creationId xmlns:a16="http://schemas.microsoft.com/office/drawing/2014/main" id="{897512D8-31F6-4E37-9617-1AC51C37B922}"/>
                </a:ext>
              </a:extLst>
            </p:cNvPr>
            <p:cNvSpPr>
              <a:spLocks noChangeArrowheads="1"/>
            </p:cNvSpPr>
            <p:nvPr/>
          </p:nvSpPr>
          <p:spPr bwMode="auto">
            <a:xfrm>
              <a:off x="4800" y="196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o</a:t>
              </a:r>
            </a:p>
          </p:txBody>
        </p:sp>
        <p:sp>
          <p:nvSpPr>
            <p:cNvPr id="52296" name="Oval 72">
              <a:extLst>
                <a:ext uri="{FF2B5EF4-FFF2-40B4-BE49-F238E27FC236}">
                  <a16:creationId xmlns:a16="http://schemas.microsoft.com/office/drawing/2014/main" id="{7C50B97F-FBBD-4AD3-9774-97F399CDFFD8}"/>
                </a:ext>
              </a:extLst>
            </p:cNvPr>
            <p:cNvSpPr>
              <a:spLocks noChangeArrowheads="1"/>
            </p:cNvSpPr>
            <p:nvPr/>
          </p:nvSpPr>
          <p:spPr bwMode="auto">
            <a:xfrm>
              <a:off x="2928" y="230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p</a:t>
              </a:r>
            </a:p>
          </p:txBody>
        </p:sp>
        <p:sp>
          <p:nvSpPr>
            <p:cNvPr id="52297" name="Oval 73">
              <a:extLst>
                <a:ext uri="{FF2B5EF4-FFF2-40B4-BE49-F238E27FC236}">
                  <a16:creationId xmlns:a16="http://schemas.microsoft.com/office/drawing/2014/main" id="{7E1F9F4A-5FBC-49C2-AF1D-9EAE91775917}"/>
                </a:ext>
              </a:extLst>
            </p:cNvPr>
            <p:cNvSpPr>
              <a:spLocks noChangeArrowheads="1"/>
            </p:cNvSpPr>
            <p:nvPr/>
          </p:nvSpPr>
          <p:spPr bwMode="auto">
            <a:xfrm>
              <a:off x="2736" y="192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q</a:t>
              </a:r>
            </a:p>
          </p:txBody>
        </p:sp>
        <p:sp>
          <p:nvSpPr>
            <p:cNvPr id="52298" name="Oval 74">
              <a:extLst>
                <a:ext uri="{FF2B5EF4-FFF2-40B4-BE49-F238E27FC236}">
                  <a16:creationId xmlns:a16="http://schemas.microsoft.com/office/drawing/2014/main" id="{5DF90EBC-F771-4A12-B351-48D89B131CE3}"/>
                </a:ext>
              </a:extLst>
            </p:cNvPr>
            <p:cNvSpPr>
              <a:spLocks noChangeArrowheads="1"/>
            </p:cNvSpPr>
            <p:nvPr/>
          </p:nvSpPr>
          <p:spPr bwMode="auto">
            <a:xfrm>
              <a:off x="5232" y="331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r</a:t>
              </a:r>
            </a:p>
          </p:txBody>
        </p:sp>
        <p:sp>
          <p:nvSpPr>
            <p:cNvPr id="52299" name="Oval 75">
              <a:extLst>
                <a:ext uri="{FF2B5EF4-FFF2-40B4-BE49-F238E27FC236}">
                  <a16:creationId xmlns:a16="http://schemas.microsoft.com/office/drawing/2014/main" id="{BD2EDB02-1AF8-4DE4-BF4D-86FA735FF340}"/>
                </a:ext>
              </a:extLst>
            </p:cNvPr>
            <p:cNvSpPr>
              <a:spLocks noChangeArrowheads="1"/>
            </p:cNvSpPr>
            <p:nvPr/>
          </p:nvSpPr>
          <p:spPr bwMode="auto">
            <a:xfrm>
              <a:off x="3552" y="374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s</a:t>
              </a:r>
            </a:p>
          </p:txBody>
        </p:sp>
        <p:sp>
          <p:nvSpPr>
            <p:cNvPr id="52300" name="Oval 76">
              <a:extLst>
                <a:ext uri="{FF2B5EF4-FFF2-40B4-BE49-F238E27FC236}">
                  <a16:creationId xmlns:a16="http://schemas.microsoft.com/office/drawing/2014/main" id="{3739DF3B-4DC8-4CD9-83D3-12F37B8A4925}"/>
                </a:ext>
              </a:extLst>
            </p:cNvPr>
            <p:cNvSpPr>
              <a:spLocks noChangeArrowheads="1"/>
            </p:cNvSpPr>
            <p:nvPr/>
          </p:nvSpPr>
          <p:spPr bwMode="auto">
            <a:xfrm>
              <a:off x="1584" y="2688"/>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t</a:t>
              </a:r>
            </a:p>
          </p:txBody>
        </p:sp>
        <p:sp>
          <p:nvSpPr>
            <p:cNvPr id="52301" name="Oval 77">
              <a:extLst>
                <a:ext uri="{FF2B5EF4-FFF2-40B4-BE49-F238E27FC236}">
                  <a16:creationId xmlns:a16="http://schemas.microsoft.com/office/drawing/2014/main" id="{AFFFF216-EEEB-4525-AFA3-A86A1ECA9B41}"/>
                </a:ext>
              </a:extLst>
            </p:cNvPr>
            <p:cNvSpPr>
              <a:spLocks noChangeArrowheads="1"/>
            </p:cNvSpPr>
            <p:nvPr/>
          </p:nvSpPr>
          <p:spPr bwMode="auto">
            <a:xfrm>
              <a:off x="2688" y="345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u</a:t>
              </a:r>
            </a:p>
          </p:txBody>
        </p:sp>
        <p:sp>
          <p:nvSpPr>
            <p:cNvPr id="52302" name="Oval 78">
              <a:extLst>
                <a:ext uri="{FF2B5EF4-FFF2-40B4-BE49-F238E27FC236}">
                  <a16:creationId xmlns:a16="http://schemas.microsoft.com/office/drawing/2014/main" id="{F9848E6C-677A-4AD6-8E4A-257094C5D058}"/>
                </a:ext>
              </a:extLst>
            </p:cNvPr>
            <p:cNvSpPr>
              <a:spLocks noChangeArrowheads="1"/>
            </p:cNvSpPr>
            <p:nvPr/>
          </p:nvSpPr>
          <p:spPr bwMode="auto">
            <a:xfrm>
              <a:off x="4944" y="369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v</a:t>
              </a:r>
            </a:p>
          </p:txBody>
        </p:sp>
        <p:sp>
          <p:nvSpPr>
            <p:cNvPr id="52303" name="Oval 79">
              <a:extLst>
                <a:ext uri="{FF2B5EF4-FFF2-40B4-BE49-F238E27FC236}">
                  <a16:creationId xmlns:a16="http://schemas.microsoft.com/office/drawing/2014/main" id="{C5A90B12-F501-4F03-9448-63C8F3917F32}"/>
                </a:ext>
              </a:extLst>
            </p:cNvPr>
            <p:cNvSpPr>
              <a:spLocks noChangeArrowheads="1"/>
            </p:cNvSpPr>
            <p:nvPr/>
          </p:nvSpPr>
          <p:spPr bwMode="auto">
            <a:xfrm>
              <a:off x="3216" y="3600"/>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w</a:t>
              </a:r>
            </a:p>
          </p:txBody>
        </p:sp>
        <p:sp>
          <p:nvSpPr>
            <p:cNvPr id="52304" name="Oval 80">
              <a:extLst>
                <a:ext uri="{FF2B5EF4-FFF2-40B4-BE49-F238E27FC236}">
                  <a16:creationId xmlns:a16="http://schemas.microsoft.com/office/drawing/2014/main" id="{AA92AB6B-1EE1-416E-B6E4-2BCAE9E6FFD3}"/>
                </a:ext>
              </a:extLst>
            </p:cNvPr>
            <p:cNvSpPr>
              <a:spLocks noChangeArrowheads="1"/>
            </p:cNvSpPr>
            <p:nvPr/>
          </p:nvSpPr>
          <p:spPr bwMode="auto">
            <a:xfrm>
              <a:off x="4656" y="3264"/>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x</a:t>
              </a:r>
            </a:p>
          </p:txBody>
        </p:sp>
        <p:sp>
          <p:nvSpPr>
            <p:cNvPr id="52305" name="Oval 81">
              <a:extLst>
                <a:ext uri="{FF2B5EF4-FFF2-40B4-BE49-F238E27FC236}">
                  <a16:creationId xmlns:a16="http://schemas.microsoft.com/office/drawing/2014/main" id="{151007B2-D467-4D32-AF3D-F6C51E766AFC}"/>
                </a:ext>
              </a:extLst>
            </p:cNvPr>
            <p:cNvSpPr>
              <a:spLocks noChangeArrowheads="1"/>
            </p:cNvSpPr>
            <p:nvPr/>
          </p:nvSpPr>
          <p:spPr bwMode="auto">
            <a:xfrm>
              <a:off x="1536" y="3456"/>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y</a:t>
              </a:r>
            </a:p>
          </p:txBody>
        </p:sp>
        <p:sp>
          <p:nvSpPr>
            <p:cNvPr id="52306" name="Oval 82">
              <a:extLst>
                <a:ext uri="{FF2B5EF4-FFF2-40B4-BE49-F238E27FC236}">
                  <a16:creationId xmlns:a16="http://schemas.microsoft.com/office/drawing/2014/main" id="{8279D084-0AE8-4564-B3AF-EC18B6D3038D}"/>
                </a:ext>
              </a:extLst>
            </p:cNvPr>
            <p:cNvSpPr>
              <a:spLocks noChangeArrowheads="1"/>
            </p:cNvSpPr>
            <p:nvPr/>
          </p:nvSpPr>
          <p:spPr bwMode="auto">
            <a:xfrm>
              <a:off x="1104" y="3552"/>
              <a:ext cx="192" cy="19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500"/>
                <a:t>z</a:t>
              </a:r>
            </a:p>
          </p:txBody>
        </p:sp>
      </p:grpSp>
      <p:sp>
        <p:nvSpPr>
          <p:cNvPr id="52404" name="Freeform 180">
            <a:extLst>
              <a:ext uri="{FF2B5EF4-FFF2-40B4-BE49-F238E27FC236}">
                <a16:creationId xmlns:a16="http://schemas.microsoft.com/office/drawing/2014/main" id="{754ED194-185C-41E0-9E5E-972667A5FF39}"/>
              </a:ext>
            </a:extLst>
          </p:cNvPr>
          <p:cNvSpPr>
            <a:spLocks/>
          </p:cNvSpPr>
          <p:nvPr/>
        </p:nvSpPr>
        <p:spPr bwMode="auto">
          <a:xfrm>
            <a:off x="1447800" y="2565400"/>
            <a:ext cx="2438400" cy="1524000"/>
          </a:xfrm>
          <a:custGeom>
            <a:avLst/>
            <a:gdLst>
              <a:gd name="T0" fmla="*/ 0 w 1536"/>
              <a:gd name="T1" fmla="*/ 0 h 960"/>
              <a:gd name="T2" fmla="*/ 840 w 1536"/>
              <a:gd name="T3" fmla="*/ 189 h 960"/>
              <a:gd name="T4" fmla="*/ 1536 w 1536"/>
              <a:gd name="T5" fmla="*/ 960 h 960"/>
            </a:gdLst>
            <a:ahLst/>
            <a:cxnLst>
              <a:cxn ang="0">
                <a:pos x="T0" y="T1"/>
              </a:cxn>
              <a:cxn ang="0">
                <a:pos x="T2" y="T3"/>
              </a:cxn>
              <a:cxn ang="0">
                <a:pos x="T4" y="T5"/>
              </a:cxn>
            </a:cxnLst>
            <a:rect l="0" t="0" r="r" b="b"/>
            <a:pathLst>
              <a:path w="1536" h="960">
                <a:moveTo>
                  <a:pt x="0" y="0"/>
                </a:moveTo>
                <a:cubicBezTo>
                  <a:pt x="140" y="31"/>
                  <a:pt x="584" y="29"/>
                  <a:pt x="840" y="189"/>
                </a:cubicBezTo>
                <a:cubicBezTo>
                  <a:pt x="1096" y="349"/>
                  <a:pt x="1391" y="800"/>
                  <a:pt x="1536" y="96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5" name="Freeform 181">
            <a:extLst>
              <a:ext uri="{FF2B5EF4-FFF2-40B4-BE49-F238E27FC236}">
                <a16:creationId xmlns:a16="http://schemas.microsoft.com/office/drawing/2014/main" id="{8C503BF5-EFFE-404B-A032-7A049DB7B1A7}"/>
              </a:ext>
            </a:extLst>
          </p:cNvPr>
          <p:cNvSpPr>
            <a:spLocks/>
          </p:cNvSpPr>
          <p:nvPr/>
        </p:nvSpPr>
        <p:spPr bwMode="auto">
          <a:xfrm>
            <a:off x="2278063" y="3632200"/>
            <a:ext cx="3549650" cy="1382713"/>
          </a:xfrm>
          <a:custGeom>
            <a:avLst/>
            <a:gdLst>
              <a:gd name="T0" fmla="*/ 0 w 2236"/>
              <a:gd name="T1" fmla="*/ 863 h 871"/>
              <a:gd name="T2" fmla="*/ 437 w 2236"/>
              <a:gd name="T3" fmla="*/ 576 h 871"/>
              <a:gd name="T4" fmla="*/ 1940 w 2236"/>
              <a:gd name="T5" fmla="*/ 775 h 871"/>
              <a:gd name="T6" fmla="*/ 2213 w 2236"/>
              <a:gd name="T7" fmla="*/ 0 h 871"/>
            </a:gdLst>
            <a:ahLst/>
            <a:cxnLst>
              <a:cxn ang="0">
                <a:pos x="T0" y="T1"/>
              </a:cxn>
              <a:cxn ang="0">
                <a:pos x="T2" y="T3"/>
              </a:cxn>
              <a:cxn ang="0">
                <a:pos x="T4" y="T5"/>
              </a:cxn>
              <a:cxn ang="0">
                <a:pos x="T6" y="T7"/>
              </a:cxn>
            </a:cxnLst>
            <a:rect l="0" t="0" r="r" b="b"/>
            <a:pathLst>
              <a:path w="2236" h="871">
                <a:moveTo>
                  <a:pt x="0" y="863"/>
                </a:moveTo>
                <a:cubicBezTo>
                  <a:pt x="73" y="814"/>
                  <a:pt x="114" y="591"/>
                  <a:pt x="437" y="576"/>
                </a:cubicBezTo>
                <a:cubicBezTo>
                  <a:pt x="760" y="561"/>
                  <a:pt x="1644" y="871"/>
                  <a:pt x="1940" y="775"/>
                </a:cubicBezTo>
                <a:cubicBezTo>
                  <a:pt x="2236" y="679"/>
                  <a:pt x="2156" y="161"/>
                  <a:pt x="2213" y="0"/>
                </a:cubicBezTo>
              </a:path>
            </a:pathLst>
          </a:cu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6" name="Freeform 182">
            <a:extLst>
              <a:ext uri="{FF2B5EF4-FFF2-40B4-BE49-F238E27FC236}">
                <a16:creationId xmlns:a16="http://schemas.microsoft.com/office/drawing/2014/main" id="{B941A317-D17A-42B1-A7AD-BD89875BBE88}"/>
              </a:ext>
            </a:extLst>
          </p:cNvPr>
          <p:cNvSpPr>
            <a:spLocks/>
          </p:cNvSpPr>
          <p:nvPr/>
        </p:nvSpPr>
        <p:spPr bwMode="auto">
          <a:xfrm>
            <a:off x="3276600" y="3830638"/>
            <a:ext cx="2324100" cy="1652587"/>
          </a:xfrm>
          <a:custGeom>
            <a:avLst/>
            <a:gdLst>
              <a:gd name="T0" fmla="*/ 1464 w 1464"/>
              <a:gd name="T1" fmla="*/ 903 h 1041"/>
              <a:gd name="T2" fmla="*/ 1211 w 1464"/>
              <a:gd name="T3" fmla="*/ 1038 h 1041"/>
              <a:gd name="T4" fmla="*/ 852 w 1464"/>
              <a:gd name="T5" fmla="*/ 885 h 1041"/>
              <a:gd name="T6" fmla="*/ 682 w 1464"/>
              <a:gd name="T7" fmla="*/ 139 h 1041"/>
              <a:gd name="T8" fmla="*/ 0 w 1464"/>
              <a:gd name="T9" fmla="*/ 50 h 1041"/>
            </a:gdLst>
            <a:ahLst/>
            <a:cxnLst>
              <a:cxn ang="0">
                <a:pos x="T0" y="T1"/>
              </a:cxn>
              <a:cxn ang="0">
                <a:pos x="T2" y="T3"/>
              </a:cxn>
              <a:cxn ang="0">
                <a:pos x="T4" y="T5"/>
              </a:cxn>
              <a:cxn ang="0">
                <a:pos x="T6" y="T7"/>
              </a:cxn>
              <a:cxn ang="0">
                <a:pos x="T8" y="T9"/>
              </a:cxn>
            </a:cxnLst>
            <a:rect l="0" t="0" r="r" b="b"/>
            <a:pathLst>
              <a:path w="1464" h="1041">
                <a:moveTo>
                  <a:pt x="1464" y="903"/>
                </a:moveTo>
                <a:cubicBezTo>
                  <a:pt x="1423" y="925"/>
                  <a:pt x="1313" y="1041"/>
                  <a:pt x="1211" y="1038"/>
                </a:cubicBezTo>
                <a:cubicBezTo>
                  <a:pt x="1109" y="1035"/>
                  <a:pt x="940" y="1035"/>
                  <a:pt x="852" y="885"/>
                </a:cubicBezTo>
                <a:cubicBezTo>
                  <a:pt x="764" y="735"/>
                  <a:pt x="824" y="278"/>
                  <a:pt x="682" y="139"/>
                </a:cubicBezTo>
                <a:cubicBezTo>
                  <a:pt x="540" y="0"/>
                  <a:pt x="142" y="69"/>
                  <a:pt x="0" y="50"/>
                </a:cubicBezTo>
              </a:path>
            </a:pathLst>
          </a:cu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7" name="Freeform 183">
            <a:extLst>
              <a:ext uri="{FF2B5EF4-FFF2-40B4-BE49-F238E27FC236}">
                <a16:creationId xmlns:a16="http://schemas.microsoft.com/office/drawing/2014/main" id="{DFBF5EF4-81C8-4E9D-B49D-5B7AE40105B3}"/>
              </a:ext>
            </a:extLst>
          </p:cNvPr>
          <p:cNvSpPr>
            <a:spLocks/>
          </p:cNvSpPr>
          <p:nvPr/>
        </p:nvSpPr>
        <p:spPr bwMode="auto">
          <a:xfrm>
            <a:off x="6383338" y="2581275"/>
            <a:ext cx="2171700" cy="2011363"/>
          </a:xfrm>
          <a:custGeom>
            <a:avLst/>
            <a:gdLst>
              <a:gd name="T0" fmla="*/ 0 w 1368"/>
              <a:gd name="T1" fmla="*/ 191 h 1267"/>
              <a:gd name="T2" fmla="*/ 523 w 1368"/>
              <a:gd name="T3" fmla="*/ 26 h 1267"/>
              <a:gd name="T4" fmla="*/ 1170 w 1368"/>
              <a:gd name="T5" fmla="*/ 350 h 1267"/>
              <a:gd name="T6" fmla="*/ 1252 w 1368"/>
              <a:gd name="T7" fmla="*/ 1131 h 1267"/>
              <a:gd name="T8" fmla="*/ 476 w 1368"/>
              <a:gd name="T9" fmla="*/ 1166 h 1267"/>
              <a:gd name="T10" fmla="*/ 312 w 1368"/>
              <a:gd name="T11" fmla="*/ 843 h 1267"/>
            </a:gdLst>
            <a:ahLst/>
            <a:cxnLst>
              <a:cxn ang="0">
                <a:pos x="T0" y="T1"/>
              </a:cxn>
              <a:cxn ang="0">
                <a:pos x="T2" y="T3"/>
              </a:cxn>
              <a:cxn ang="0">
                <a:pos x="T4" y="T5"/>
              </a:cxn>
              <a:cxn ang="0">
                <a:pos x="T6" y="T7"/>
              </a:cxn>
              <a:cxn ang="0">
                <a:pos x="T8" y="T9"/>
              </a:cxn>
              <a:cxn ang="0">
                <a:pos x="T10" y="T11"/>
              </a:cxn>
            </a:cxnLst>
            <a:rect l="0" t="0" r="r" b="b"/>
            <a:pathLst>
              <a:path w="1368" h="1267">
                <a:moveTo>
                  <a:pt x="0" y="191"/>
                </a:moveTo>
                <a:cubicBezTo>
                  <a:pt x="86" y="164"/>
                  <a:pt x="328" y="0"/>
                  <a:pt x="523" y="26"/>
                </a:cubicBezTo>
                <a:cubicBezTo>
                  <a:pt x="718" y="52"/>
                  <a:pt x="1049" y="166"/>
                  <a:pt x="1170" y="350"/>
                </a:cubicBezTo>
                <a:cubicBezTo>
                  <a:pt x="1291" y="534"/>
                  <a:pt x="1368" y="995"/>
                  <a:pt x="1252" y="1131"/>
                </a:cubicBezTo>
                <a:cubicBezTo>
                  <a:pt x="1136" y="1267"/>
                  <a:pt x="633" y="1214"/>
                  <a:pt x="476" y="1166"/>
                </a:cubicBezTo>
                <a:cubicBezTo>
                  <a:pt x="319" y="1118"/>
                  <a:pt x="346" y="910"/>
                  <a:pt x="312" y="843"/>
                </a:cubicBezTo>
              </a:path>
            </a:pathLst>
          </a:custGeom>
          <a:noFill/>
          <a:ln w="25400" cap="rnd">
            <a:solidFill>
              <a:srgbClr val="00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8" name="Freeform 184">
            <a:extLst>
              <a:ext uri="{FF2B5EF4-FFF2-40B4-BE49-F238E27FC236}">
                <a16:creationId xmlns:a16="http://schemas.microsoft.com/office/drawing/2014/main" id="{41E7C7E7-A99D-4D70-AD8D-F585F6D11BE2}"/>
              </a:ext>
            </a:extLst>
          </p:cNvPr>
          <p:cNvSpPr>
            <a:spLocks/>
          </p:cNvSpPr>
          <p:nvPr/>
        </p:nvSpPr>
        <p:spPr bwMode="auto">
          <a:xfrm>
            <a:off x="747713" y="2438400"/>
            <a:ext cx="3592512" cy="1873250"/>
          </a:xfrm>
          <a:custGeom>
            <a:avLst/>
            <a:gdLst>
              <a:gd name="T0" fmla="*/ 2263 w 2263"/>
              <a:gd name="T1" fmla="*/ 69 h 1180"/>
              <a:gd name="T2" fmla="*/ 1828 w 2263"/>
              <a:gd name="T3" fmla="*/ 46 h 1180"/>
              <a:gd name="T4" fmla="*/ 1475 w 2263"/>
              <a:gd name="T5" fmla="*/ 345 h 1180"/>
              <a:gd name="T6" fmla="*/ 1082 w 2263"/>
              <a:gd name="T7" fmla="*/ 416 h 1180"/>
              <a:gd name="T8" fmla="*/ 753 w 2263"/>
              <a:gd name="T9" fmla="*/ 833 h 1180"/>
              <a:gd name="T10" fmla="*/ 782 w 2263"/>
              <a:gd name="T11" fmla="*/ 1104 h 1180"/>
              <a:gd name="T12" fmla="*/ 1046 w 2263"/>
              <a:gd name="T13" fmla="*/ 1110 h 1180"/>
              <a:gd name="T14" fmla="*/ 1064 w 2263"/>
              <a:gd name="T15" fmla="*/ 686 h 1180"/>
              <a:gd name="T16" fmla="*/ 623 w 2263"/>
              <a:gd name="T17" fmla="*/ 469 h 1180"/>
              <a:gd name="T18" fmla="*/ 312 w 2263"/>
              <a:gd name="T19" fmla="*/ 1057 h 1180"/>
              <a:gd name="T20" fmla="*/ 0 w 2263"/>
              <a:gd name="T21" fmla="*/ 1145 h 1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63" h="1180">
                <a:moveTo>
                  <a:pt x="2263" y="69"/>
                </a:moveTo>
                <a:cubicBezTo>
                  <a:pt x="2191" y="65"/>
                  <a:pt x="1959" y="0"/>
                  <a:pt x="1828" y="46"/>
                </a:cubicBezTo>
                <a:cubicBezTo>
                  <a:pt x="1697" y="92"/>
                  <a:pt x="1599" y="283"/>
                  <a:pt x="1475" y="345"/>
                </a:cubicBezTo>
                <a:cubicBezTo>
                  <a:pt x="1351" y="407"/>
                  <a:pt x="1202" y="335"/>
                  <a:pt x="1082" y="416"/>
                </a:cubicBezTo>
                <a:cubicBezTo>
                  <a:pt x="962" y="497"/>
                  <a:pt x="803" y="718"/>
                  <a:pt x="753" y="833"/>
                </a:cubicBezTo>
                <a:cubicBezTo>
                  <a:pt x="703" y="948"/>
                  <a:pt x="733" y="1058"/>
                  <a:pt x="782" y="1104"/>
                </a:cubicBezTo>
                <a:cubicBezTo>
                  <a:pt x="831" y="1150"/>
                  <a:pt x="999" y="1180"/>
                  <a:pt x="1046" y="1110"/>
                </a:cubicBezTo>
                <a:cubicBezTo>
                  <a:pt x="1093" y="1040"/>
                  <a:pt x="1134" y="793"/>
                  <a:pt x="1064" y="686"/>
                </a:cubicBezTo>
                <a:cubicBezTo>
                  <a:pt x="994" y="579"/>
                  <a:pt x="748" y="407"/>
                  <a:pt x="623" y="469"/>
                </a:cubicBezTo>
                <a:cubicBezTo>
                  <a:pt x="498" y="531"/>
                  <a:pt x="416" y="944"/>
                  <a:pt x="312" y="1057"/>
                </a:cubicBezTo>
                <a:cubicBezTo>
                  <a:pt x="208" y="1170"/>
                  <a:pt x="65" y="1127"/>
                  <a:pt x="0" y="1145"/>
                </a:cubicBezTo>
              </a:path>
            </a:pathLst>
          </a:cu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09" name="Freeform 185">
            <a:extLst>
              <a:ext uri="{FF2B5EF4-FFF2-40B4-BE49-F238E27FC236}">
                <a16:creationId xmlns:a16="http://schemas.microsoft.com/office/drawing/2014/main" id="{13E250B7-8140-4FC5-9A3E-5106A120BE47}"/>
              </a:ext>
            </a:extLst>
          </p:cNvPr>
          <p:cNvSpPr>
            <a:spLocks/>
          </p:cNvSpPr>
          <p:nvPr/>
        </p:nvSpPr>
        <p:spPr bwMode="auto">
          <a:xfrm>
            <a:off x="1616075" y="4732338"/>
            <a:ext cx="2487613" cy="1744662"/>
          </a:xfrm>
          <a:custGeom>
            <a:avLst/>
            <a:gdLst>
              <a:gd name="T0" fmla="*/ 1286 w 1567"/>
              <a:gd name="T1" fmla="*/ 171 h 1099"/>
              <a:gd name="T2" fmla="*/ 1522 w 1567"/>
              <a:gd name="T3" fmla="*/ 911 h 1099"/>
              <a:gd name="T4" fmla="*/ 1017 w 1567"/>
              <a:gd name="T5" fmla="*/ 1075 h 1099"/>
              <a:gd name="T6" fmla="*/ 470 w 1567"/>
              <a:gd name="T7" fmla="*/ 1005 h 1099"/>
              <a:gd name="T8" fmla="*/ 35 w 1567"/>
              <a:gd name="T9" fmla="*/ 511 h 1099"/>
              <a:gd name="T10" fmla="*/ 258 w 1567"/>
              <a:gd name="T11" fmla="*/ 0 h 1099"/>
            </a:gdLst>
            <a:ahLst/>
            <a:cxnLst>
              <a:cxn ang="0">
                <a:pos x="T0" y="T1"/>
              </a:cxn>
              <a:cxn ang="0">
                <a:pos x="T2" y="T3"/>
              </a:cxn>
              <a:cxn ang="0">
                <a:pos x="T4" y="T5"/>
              </a:cxn>
              <a:cxn ang="0">
                <a:pos x="T6" y="T7"/>
              </a:cxn>
              <a:cxn ang="0">
                <a:pos x="T8" y="T9"/>
              </a:cxn>
              <a:cxn ang="0">
                <a:pos x="T10" y="T11"/>
              </a:cxn>
            </a:cxnLst>
            <a:rect l="0" t="0" r="r" b="b"/>
            <a:pathLst>
              <a:path w="1567" h="1099">
                <a:moveTo>
                  <a:pt x="1286" y="171"/>
                </a:moveTo>
                <a:cubicBezTo>
                  <a:pt x="1325" y="294"/>
                  <a:pt x="1567" y="760"/>
                  <a:pt x="1522" y="911"/>
                </a:cubicBezTo>
                <a:cubicBezTo>
                  <a:pt x="1477" y="1062"/>
                  <a:pt x="1192" y="1059"/>
                  <a:pt x="1017" y="1075"/>
                </a:cubicBezTo>
                <a:cubicBezTo>
                  <a:pt x="842" y="1091"/>
                  <a:pt x="634" y="1099"/>
                  <a:pt x="470" y="1005"/>
                </a:cubicBezTo>
                <a:cubicBezTo>
                  <a:pt x="306" y="911"/>
                  <a:pt x="70" y="678"/>
                  <a:pt x="35" y="511"/>
                </a:cubicBezTo>
                <a:cubicBezTo>
                  <a:pt x="0" y="344"/>
                  <a:pt x="212" y="107"/>
                  <a:pt x="258" y="0"/>
                </a:cubicBezTo>
              </a:path>
            </a:pathLst>
          </a:cu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413" name="Freeform 189">
            <a:extLst>
              <a:ext uri="{FF2B5EF4-FFF2-40B4-BE49-F238E27FC236}">
                <a16:creationId xmlns:a16="http://schemas.microsoft.com/office/drawing/2014/main" id="{3342B605-7641-404C-89D5-43B2DD707B08}"/>
              </a:ext>
            </a:extLst>
          </p:cNvPr>
          <p:cNvSpPr>
            <a:spLocks/>
          </p:cNvSpPr>
          <p:nvPr/>
        </p:nvSpPr>
        <p:spPr bwMode="auto">
          <a:xfrm>
            <a:off x="6067425" y="4078288"/>
            <a:ext cx="1439863" cy="1778000"/>
          </a:xfrm>
          <a:custGeom>
            <a:avLst/>
            <a:gdLst>
              <a:gd name="T0" fmla="*/ 193 w 907"/>
              <a:gd name="T1" fmla="*/ 0 h 1120"/>
              <a:gd name="T2" fmla="*/ 152 w 907"/>
              <a:gd name="T3" fmla="*/ 318 h 1120"/>
              <a:gd name="T4" fmla="*/ 18 w 907"/>
              <a:gd name="T5" fmla="*/ 583 h 1120"/>
              <a:gd name="T6" fmla="*/ 258 w 907"/>
              <a:gd name="T7" fmla="*/ 871 h 1120"/>
              <a:gd name="T8" fmla="*/ 570 w 907"/>
              <a:gd name="T9" fmla="*/ 1082 h 1120"/>
              <a:gd name="T10" fmla="*/ 840 w 907"/>
              <a:gd name="T11" fmla="*/ 1093 h 1120"/>
              <a:gd name="T12" fmla="*/ 882 w 907"/>
              <a:gd name="T13" fmla="*/ 919 h 1120"/>
              <a:gd name="T14" fmla="*/ 690 w 907"/>
              <a:gd name="T15" fmla="*/ 535 h 1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7" h="1120">
                <a:moveTo>
                  <a:pt x="193" y="0"/>
                </a:moveTo>
                <a:cubicBezTo>
                  <a:pt x="186" y="52"/>
                  <a:pt x="181" y="221"/>
                  <a:pt x="152" y="318"/>
                </a:cubicBezTo>
                <a:cubicBezTo>
                  <a:pt x="123" y="415"/>
                  <a:pt x="0" y="491"/>
                  <a:pt x="18" y="583"/>
                </a:cubicBezTo>
                <a:cubicBezTo>
                  <a:pt x="36" y="675"/>
                  <a:pt x="166" y="788"/>
                  <a:pt x="258" y="871"/>
                </a:cubicBezTo>
                <a:cubicBezTo>
                  <a:pt x="350" y="954"/>
                  <a:pt x="473" y="1045"/>
                  <a:pt x="570" y="1082"/>
                </a:cubicBezTo>
                <a:cubicBezTo>
                  <a:pt x="667" y="1119"/>
                  <a:pt x="788" y="1120"/>
                  <a:pt x="840" y="1093"/>
                </a:cubicBezTo>
                <a:cubicBezTo>
                  <a:pt x="892" y="1066"/>
                  <a:pt x="907" y="1012"/>
                  <a:pt x="882" y="919"/>
                </a:cubicBezTo>
                <a:cubicBezTo>
                  <a:pt x="857" y="826"/>
                  <a:pt x="774" y="671"/>
                  <a:pt x="690" y="535"/>
                </a:cubicBezTo>
              </a:path>
            </a:pathLst>
          </a:cu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3C64A69-D09E-4B9C-95B6-30BA44437566}"/>
              </a:ext>
            </a:extLst>
          </p:cNvPr>
          <p:cNvSpPr>
            <a:spLocks noGrp="1" noChangeArrowheads="1"/>
          </p:cNvSpPr>
          <p:nvPr>
            <p:ph type="title"/>
          </p:nvPr>
        </p:nvSpPr>
        <p:spPr>
          <a:xfrm>
            <a:off x="0" y="0"/>
            <a:ext cx="7924800" cy="1143000"/>
          </a:xfrm>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Results</a:t>
            </a:r>
          </a:p>
        </p:txBody>
      </p:sp>
      <p:pic>
        <p:nvPicPr>
          <p:cNvPr id="34819" name="Picture 3">
            <a:extLst>
              <a:ext uri="{FF2B5EF4-FFF2-40B4-BE49-F238E27FC236}">
                <a16:creationId xmlns:a16="http://schemas.microsoft.com/office/drawing/2014/main" id="{1EF07AB7-DE6F-457B-BA8F-49549401F2D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65353" y="1043781"/>
            <a:ext cx="4751388" cy="560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20" name="Rectangle 4">
            <a:extLst>
              <a:ext uri="{FF2B5EF4-FFF2-40B4-BE49-F238E27FC236}">
                <a16:creationId xmlns:a16="http://schemas.microsoft.com/office/drawing/2014/main" id="{134D46AE-5554-4085-B1AE-D32FFE82B03A}"/>
              </a:ext>
            </a:extLst>
          </p:cNvPr>
          <p:cNvSpPr>
            <a:spLocks noGrp="1" noChangeArrowheads="1"/>
          </p:cNvSpPr>
          <p:nvPr>
            <p:ph type="body" sz="half" idx="1"/>
          </p:nvPr>
        </p:nvSpPr>
        <p:spPr/>
        <p:txBody>
          <a:bodyPr/>
          <a:lstStyle/>
          <a:p>
            <a:r>
              <a:rPr lang="en-US" altLang="en-US" sz="2800" dirty="0">
                <a:latin typeface="Arial" panose="020B0604020202020204" pitchFamily="34" charset="0"/>
                <a:cs typeface="Arial" panose="020B0604020202020204" pitchFamily="34" charset="0"/>
              </a:rPr>
              <a:t>You have</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lots of cool</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results</a:t>
            </a:r>
          </a:p>
          <a:p>
            <a:pPr lvl="1"/>
            <a:r>
              <a:rPr lang="en-US" altLang="en-US" sz="2400" dirty="0">
                <a:latin typeface="Arial" panose="020B0604020202020204" pitchFamily="34" charset="0"/>
                <a:cs typeface="Arial" panose="020B0604020202020204" pitchFamily="34" charset="0"/>
              </a:rPr>
              <a:t>No one can</a:t>
            </a:r>
            <a:br>
              <a:rPr lang="en-US" altLang="en-US" sz="2400" dirty="0">
                <a:latin typeface="Arial" panose="020B0604020202020204" pitchFamily="34" charset="0"/>
                <a:cs typeface="Arial" panose="020B0604020202020204" pitchFamily="34" charset="0"/>
              </a:rPr>
            </a:br>
            <a:r>
              <a:rPr lang="en-US" altLang="en-US" sz="2400" dirty="0">
                <a:latin typeface="Arial" panose="020B0604020202020204" pitchFamily="34" charset="0"/>
                <a:cs typeface="Arial" panose="020B0604020202020204" pitchFamily="34" charset="0"/>
              </a:rPr>
              <a:t>read this</a:t>
            </a:r>
          </a:p>
          <a:p>
            <a:pPr lvl="1"/>
            <a:r>
              <a:rPr lang="en-US" altLang="en-US" sz="2400" dirty="0">
                <a:latin typeface="Arial" panose="020B0604020202020204" pitchFamily="34" charset="0"/>
                <a:cs typeface="Arial" panose="020B0604020202020204" pitchFamily="34" charset="0"/>
              </a:rPr>
              <a:t>No one can</a:t>
            </a:r>
            <a:br>
              <a:rPr lang="en-US" altLang="en-US" sz="2400" dirty="0">
                <a:latin typeface="Arial" panose="020B0604020202020204" pitchFamily="34" charset="0"/>
                <a:cs typeface="Arial" panose="020B0604020202020204" pitchFamily="34" charset="0"/>
              </a:rPr>
            </a:br>
            <a:r>
              <a:rPr lang="en-US" altLang="en-US" sz="2400" dirty="0">
                <a:latin typeface="Arial" panose="020B0604020202020204" pitchFamily="34" charset="0"/>
                <a:cs typeface="Arial" panose="020B0604020202020204" pitchFamily="34" charset="0"/>
              </a:rPr>
              <a:t>understand this</a:t>
            </a:r>
          </a:p>
          <a:p>
            <a:endParaRPr lang="en-US" altLang="en-US" sz="2800" dirty="0">
              <a:latin typeface="Arial" panose="020B0604020202020204" pitchFamily="34" charset="0"/>
              <a:cs typeface="Arial" panose="020B0604020202020204" pitchFamily="34" charset="0"/>
            </a:endParaRPr>
          </a:p>
          <a:p>
            <a:r>
              <a:rPr lang="en-US" altLang="en-US" sz="2800" dirty="0">
                <a:latin typeface="Arial" panose="020B0604020202020204" pitchFamily="34" charset="0"/>
                <a:cs typeface="Arial" panose="020B0604020202020204" pitchFamily="34" charset="0"/>
              </a:rPr>
              <a:t>Graphs are</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your friend…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700E7B3-5DE7-4D83-8174-9404C44771BA}"/>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Graphs Can Also Be The Enemy</a:t>
            </a:r>
          </a:p>
        </p:txBody>
      </p:sp>
      <p:pic>
        <p:nvPicPr>
          <p:cNvPr id="30724" name="Picture 4">
            <a:extLst>
              <a:ext uri="{FF2B5EF4-FFF2-40B4-BE49-F238E27FC236}">
                <a16:creationId xmlns:a16="http://schemas.microsoft.com/office/drawing/2014/main" id="{135B3F4C-2925-4509-9988-41911FE2C2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1524000"/>
            <a:ext cx="7315200" cy="470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52CBDBA-FC1E-4EBA-95FC-B7F736370A47}"/>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Pick A Line, Any Line</a:t>
            </a:r>
          </a:p>
        </p:txBody>
      </p:sp>
      <p:pic>
        <p:nvPicPr>
          <p:cNvPr id="33796" name="Picture 4">
            <a:extLst>
              <a:ext uri="{FF2B5EF4-FFF2-40B4-BE49-F238E27FC236}">
                <a16:creationId xmlns:a16="http://schemas.microsoft.com/office/drawing/2014/main" id="{93763616-EC18-40E4-92EF-E69A3B0BBD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1600200"/>
            <a:ext cx="7086600" cy="456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6E6973C7-D4A1-487C-B7C0-83D5322601BD}"/>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Summary/Conclusion</a:t>
            </a:r>
          </a:p>
        </p:txBody>
      </p:sp>
      <p:sp>
        <p:nvSpPr>
          <p:cNvPr id="101379" name="Rectangle 3">
            <a:extLst>
              <a:ext uri="{FF2B5EF4-FFF2-40B4-BE49-F238E27FC236}">
                <a16:creationId xmlns:a16="http://schemas.microsoft.com/office/drawing/2014/main" id="{A634A5C2-197F-45DF-8EAC-A9F32CC7B01A}"/>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If your talk is more than 5 minutes, nice to summarize work &amp; results</a:t>
            </a:r>
          </a:p>
          <a:p>
            <a:pPr lvl="1"/>
            <a:r>
              <a:rPr lang="en-US" altLang="en-US" dirty="0">
                <a:latin typeface="Arial" panose="020B0604020202020204" pitchFamily="34" charset="0"/>
                <a:cs typeface="Arial" panose="020B0604020202020204" pitchFamily="34" charset="0"/>
              </a:rPr>
              <a:t>Bring people back if they zoned out</a:t>
            </a:r>
          </a:p>
          <a:p>
            <a:pPr lvl="1"/>
            <a:r>
              <a:rPr lang="en-US" altLang="en-US" dirty="0">
                <a:latin typeface="Arial" panose="020B0604020202020204" pitchFamily="34" charset="0"/>
                <a:cs typeface="Arial" panose="020B0604020202020204" pitchFamily="34" charset="0"/>
              </a:rPr>
              <a:t>Remind them why you’re great</a:t>
            </a:r>
          </a:p>
          <a:p>
            <a:r>
              <a:rPr lang="en-US" altLang="en-US" dirty="0">
                <a:latin typeface="Arial" panose="020B0604020202020204" pitchFamily="34" charset="0"/>
                <a:cs typeface="Arial" panose="020B0604020202020204" pitchFamily="34" charset="0"/>
              </a:rPr>
              <a:t>Give “selling” points here</a:t>
            </a:r>
          </a:p>
          <a:p>
            <a:pPr lvl="1"/>
            <a:r>
              <a:rPr lang="en-US" altLang="en-US" dirty="0">
                <a:latin typeface="Arial" panose="020B0604020202020204" pitchFamily="34" charset="0"/>
                <a:cs typeface="Arial" panose="020B0604020202020204" pitchFamily="34" charset="0"/>
              </a:rPr>
              <a:t>30x performance increase with only 10% area penalty</a:t>
            </a:r>
          </a:p>
          <a:p>
            <a:pPr lvl="1"/>
            <a:r>
              <a:rPr lang="en-US" altLang="en-US" dirty="0">
                <a:latin typeface="Arial" panose="020B0604020202020204" pitchFamily="34" charset="0"/>
                <a:cs typeface="Arial" panose="020B0604020202020204" pitchFamily="34" charset="0"/>
              </a:rPr>
              <a:t>Described novel method to create clean fuel from used cat litter</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6E6973C7-D4A1-487C-B7C0-83D5322601BD}"/>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Last Slide</a:t>
            </a:r>
          </a:p>
        </p:txBody>
      </p:sp>
      <p:pic>
        <p:nvPicPr>
          <p:cNvPr id="6" name="Picture 5" descr="slides_talk.pdf - Adobe Acrobat Reader DC">
            <a:extLst>
              <a:ext uri="{FF2B5EF4-FFF2-40B4-BE49-F238E27FC236}">
                <a16:creationId xmlns:a16="http://schemas.microsoft.com/office/drawing/2014/main" id="{7CB74C9E-034F-4618-B79F-A6AE109FEAC9}"/>
              </a:ext>
            </a:extLst>
          </p:cNvPr>
          <p:cNvPicPr>
            <a:picLocks noChangeAspect="1"/>
          </p:cNvPicPr>
          <p:nvPr/>
        </p:nvPicPr>
        <p:blipFill rotWithShape="1">
          <a:blip r:embed="rId2">
            <a:extLst>
              <a:ext uri="{28A0092B-C50C-407E-A947-70E740481C1C}">
                <a14:useLocalDpi xmlns:a14="http://schemas.microsoft.com/office/drawing/2010/main" val="0"/>
              </a:ext>
            </a:extLst>
          </a:blip>
          <a:srcRect l="13486" t="16112" r="26789"/>
          <a:stretch/>
        </p:blipFill>
        <p:spPr>
          <a:xfrm>
            <a:off x="1233182" y="1753299"/>
            <a:ext cx="5461233" cy="4148072"/>
          </a:xfrm>
          <a:prstGeom prst="rect">
            <a:avLst/>
          </a:prstGeom>
        </p:spPr>
      </p:pic>
    </p:spTree>
    <p:extLst>
      <p:ext uri="{BB962C8B-B14F-4D97-AF65-F5344CB8AC3E}">
        <p14:creationId xmlns:p14="http://schemas.microsoft.com/office/powerpoint/2010/main" val="26072344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6E6973C7-D4A1-487C-B7C0-83D5322601BD}"/>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Last Slide</a:t>
            </a:r>
          </a:p>
        </p:txBody>
      </p:sp>
      <p:pic>
        <p:nvPicPr>
          <p:cNvPr id="3" name="Picture 2" descr="slides_talk.pdf - Adobe Acrobat Reader DC">
            <a:extLst>
              <a:ext uri="{FF2B5EF4-FFF2-40B4-BE49-F238E27FC236}">
                <a16:creationId xmlns:a16="http://schemas.microsoft.com/office/drawing/2014/main" id="{F5304251-9354-4755-97E5-E5260DEE5655}"/>
              </a:ext>
            </a:extLst>
          </p:cNvPr>
          <p:cNvPicPr>
            <a:picLocks noChangeAspect="1"/>
          </p:cNvPicPr>
          <p:nvPr/>
        </p:nvPicPr>
        <p:blipFill rotWithShape="1">
          <a:blip r:embed="rId2">
            <a:extLst>
              <a:ext uri="{28A0092B-C50C-407E-A947-70E740481C1C}">
                <a14:useLocalDpi xmlns:a14="http://schemas.microsoft.com/office/drawing/2010/main" val="0"/>
              </a:ext>
            </a:extLst>
          </a:blip>
          <a:srcRect l="13486" t="15942" r="26697"/>
          <a:stretch/>
        </p:blipFill>
        <p:spPr>
          <a:xfrm>
            <a:off x="1233182" y="1744910"/>
            <a:ext cx="5469622" cy="4156461"/>
          </a:xfrm>
          <a:prstGeom prst="rect">
            <a:avLst/>
          </a:prstGeom>
        </p:spPr>
      </p:pic>
    </p:spTree>
    <p:extLst>
      <p:ext uri="{BB962C8B-B14F-4D97-AF65-F5344CB8AC3E}">
        <p14:creationId xmlns:p14="http://schemas.microsoft.com/office/powerpoint/2010/main" val="28837526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C39C4F86-FDE6-42BE-B07F-E1364FA027B2}"/>
              </a:ext>
            </a:extLst>
          </p:cNvPr>
          <p:cNvSpPr>
            <a:spLocks noGrp="1" noChangeArrowheads="1"/>
          </p:cNvSpPr>
          <p:nvPr>
            <p:ph type="title"/>
          </p:nvPr>
        </p:nvSpPr>
        <p:spPr/>
        <p:txBody>
          <a:bodyPr/>
          <a:lstStyle/>
          <a:p>
            <a:r>
              <a:rPr lang="en-US" altLang="en-US" sz="3200" dirty="0">
                <a:solidFill>
                  <a:srgbClr val="0A20C6"/>
                </a:solidFill>
                <a:latin typeface="Arial" panose="020B0604020202020204" pitchFamily="34" charset="0"/>
                <a:cs typeface="Arial" panose="020B0604020202020204" pitchFamily="34" charset="0"/>
              </a:rPr>
              <a:t>Bad</a:t>
            </a:r>
            <a:r>
              <a:rPr lang="en-US" altLang="en-US" dirty="0"/>
              <a:t> </a:t>
            </a:r>
            <a:r>
              <a:rPr lang="en-US" altLang="en-US" sz="3200" dirty="0">
                <a:solidFill>
                  <a:srgbClr val="0A20C6"/>
                </a:solidFill>
                <a:latin typeface="Arial" panose="020B0604020202020204" pitchFamily="34" charset="0"/>
                <a:cs typeface="Arial" panose="020B0604020202020204" pitchFamily="34" charset="0"/>
              </a:rPr>
              <a:t>Presentations</a:t>
            </a:r>
          </a:p>
        </p:txBody>
      </p:sp>
      <p:sp>
        <p:nvSpPr>
          <p:cNvPr id="103427" name="Rectangle 3">
            <a:extLst>
              <a:ext uri="{FF2B5EF4-FFF2-40B4-BE49-F238E27FC236}">
                <a16:creationId xmlns:a16="http://schemas.microsoft.com/office/drawing/2014/main" id="{7F4BDE6D-B47B-4AAE-B9C0-FEBC737A8386}"/>
              </a:ext>
            </a:extLst>
          </p:cNvPr>
          <p:cNvSpPr>
            <a:spLocks noGrp="1" noChangeArrowheads="1"/>
          </p:cNvSpPr>
          <p:nvPr>
            <p:ph type="body" idx="1"/>
          </p:nvPr>
        </p:nvSpPr>
        <p:spPr/>
        <p:txBody>
          <a:bodyPr/>
          <a:lstStyle/>
          <a:p>
            <a:r>
              <a:rPr lang="en-US" altLang="en-US" dirty="0">
                <a:latin typeface="Arial" panose="020B0604020202020204" pitchFamily="34" charset="0"/>
                <a:cs typeface="Arial" panose="020B0604020202020204" pitchFamily="34" charset="0"/>
              </a:rPr>
              <a:t>Audience won’t see your work is great</a:t>
            </a:r>
          </a:p>
          <a:p>
            <a:r>
              <a:rPr lang="en-US" altLang="en-US" dirty="0">
                <a:latin typeface="Arial" panose="020B0604020202020204" pitchFamily="34" charset="0"/>
                <a:cs typeface="Arial" panose="020B0604020202020204" pitchFamily="34" charset="0"/>
              </a:rPr>
              <a:t>But will make fun of you from back row</a:t>
            </a:r>
          </a:p>
        </p:txBody>
      </p:sp>
      <p:sp>
        <p:nvSpPr>
          <p:cNvPr id="103430" name="AutoShape 6">
            <a:extLst>
              <a:ext uri="{FF2B5EF4-FFF2-40B4-BE49-F238E27FC236}">
                <a16:creationId xmlns:a16="http://schemas.microsoft.com/office/drawing/2014/main" id="{BDC379F2-F6C2-4D76-BDE8-EB1EB99E0811}"/>
              </a:ext>
            </a:extLst>
          </p:cNvPr>
          <p:cNvSpPr>
            <a:spLocks noChangeArrowheads="1"/>
          </p:cNvSpPr>
          <p:nvPr/>
        </p:nvSpPr>
        <p:spPr bwMode="auto">
          <a:xfrm rot="-5400000">
            <a:off x="51435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1" name="AutoShape 7">
            <a:extLst>
              <a:ext uri="{FF2B5EF4-FFF2-40B4-BE49-F238E27FC236}">
                <a16:creationId xmlns:a16="http://schemas.microsoft.com/office/drawing/2014/main" id="{913EF384-D2BE-4842-B17F-2ABBF4968B97}"/>
              </a:ext>
            </a:extLst>
          </p:cNvPr>
          <p:cNvSpPr>
            <a:spLocks noChangeArrowheads="1"/>
          </p:cNvSpPr>
          <p:nvPr/>
        </p:nvSpPr>
        <p:spPr bwMode="auto">
          <a:xfrm rot="-5400000">
            <a:off x="61341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2" name="AutoShape 8">
            <a:extLst>
              <a:ext uri="{FF2B5EF4-FFF2-40B4-BE49-F238E27FC236}">
                <a16:creationId xmlns:a16="http://schemas.microsoft.com/office/drawing/2014/main" id="{35CCF61D-B502-42D8-A12D-1ABB2DED533C}"/>
              </a:ext>
            </a:extLst>
          </p:cNvPr>
          <p:cNvSpPr>
            <a:spLocks noChangeArrowheads="1"/>
          </p:cNvSpPr>
          <p:nvPr/>
        </p:nvSpPr>
        <p:spPr bwMode="auto">
          <a:xfrm rot="-5400000">
            <a:off x="71247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3" name="Oval 9">
            <a:extLst>
              <a:ext uri="{FF2B5EF4-FFF2-40B4-BE49-F238E27FC236}">
                <a16:creationId xmlns:a16="http://schemas.microsoft.com/office/drawing/2014/main" id="{58E41859-213D-4010-BA84-35CA1D22DA37}"/>
              </a:ext>
            </a:extLst>
          </p:cNvPr>
          <p:cNvSpPr>
            <a:spLocks noChangeArrowheads="1"/>
          </p:cNvSpPr>
          <p:nvPr/>
        </p:nvSpPr>
        <p:spPr bwMode="auto">
          <a:xfrm>
            <a:off x="5257800" y="55626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4" name="Oval 10">
            <a:extLst>
              <a:ext uri="{FF2B5EF4-FFF2-40B4-BE49-F238E27FC236}">
                <a16:creationId xmlns:a16="http://schemas.microsoft.com/office/drawing/2014/main" id="{E1B47891-B9C6-4EA1-AAFB-3EADEA0C924E}"/>
              </a:ext>
            </a:extLst>
          </p:cNvPr>
          <p:cNvSpPr>
            <a:spLocks noChangeArrowheads="1"/>
          </p:cNvSpPr>
          <p:nvPr/>
        </p:nvSpPr>
        <p:spPr bwMode="auto">
          <a:xfrm>
            <a:off x="6248400" y="52578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5" name="Oval 11">
            <a:extLst>
              <a:ext uri="{FF2B5EF4-FFF2-40B4-BE49-F238E27FC236}">
                <a16:creationId xmlns:a16="http://schemas.microsoft.com/office/drawing/2014/main" id="{7CA159E5-DFA7-4ADB-AFE2-D6EAE086A3CE}"/>
              </a:ext>
            </a:extLst>
          </p:cNvPr>
          <p:cNvSpPr>
            <a:spLocks noChangeArrowheads="1"/>
          </p:cNvSpPr>
          <p:nvPr/>
        </p:nvSpPr>
        <p:spPr bwMode="auto">
          <a:xfrm>
            <a:off x="72390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6" name="Rectangle 12">
            <a:extLst>
              <a:ext uri="{FF2B5EF4-FFF2-40B4-BE49-F238E27FC236}">
                <a16:creationId xmlns:a16="http://schemas.microsoft.com/office/drawing/2014/main" id="{E030A6E7-70EE-403C-8162-446F5B010B2B}"/>
              </a:ext>
            </a:extLst>
          </p:cNvPr>
          <p:cNvSpPr>
            <a:spLocks noChangeArrowheads="1"/>
          </p:cNvSpPr>
          <p:nvPr/>
        </p:nvSpPr>
        <p:spPr bwMode="auto">
          <a:xfrm>
            <a:off x="7239000" y="5638800"/>
            <a:ext cx="5334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7" name="Rectangle 13">
            <a:extLst>
              <a:ext uri="{FF2B5EF4-FFF2-40B4-BE49-F238E27FC236}">
                <a16:creationId xmlns:a16="http://schemas.microsoft.com/office/drawing/2014/main" id="{2F0B665E-FA2A-405D-9D41-422238D55CF9}"/>
              </a:ext>
            </a:extLst>
          </p:cNvPr>
          <p:cNvSpPr>
            <a:spLocks noChangeArrowheads="1"/>
          </p:cNvSpPr>
          <p:nvPr/>
        </p:nvSpPr>
        <p:spPr bwMode="auto">
          <a:xfrm>
            <a:off x="6400800" y="5562600"/>
            <a:ext cx="2286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39" name="Text Box 15">
            <a:extLst>
              <a:ext uri="{FF2B5EF4-FFF2-40B4-BE49-F238E27FC236}">
                <a16:creationId xmlns:a16="http://schemas.microsoft.com/office/drawing/2014/main" id="{4C84B7F0-F163-449B-BEAC-F51636DB0C4E}"/>
              </a:ext>
            </a:extLst>
          </p:cNvPr>
          <p:cNvSpPr txBox="1">
            <a:spLocks noChangeArrowheads="1"/>
          </p:cNvSpPr>
          <p:nvPr/>
        </p:nvSpPr>
        <p:spPr bwMode="auto">
          <a:xfrm>
            <a:off x="4886325" y="4648200"/>
            <a:ext cx="523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latin typeface="Tahoma" panose="020B0604030504040204" pitchFamily="34" charset="0"/>
              </a:rPr>
              <a:t>zzz</a:t>
            </a:r>
          </a:p>
        </p:txBody>
      </p:sp>
      <p:sp>
        <p:nvSpPr>
          <p:cNvPr id="103441" name="Line 17">
            <a:extLst>
              <a:ext uri="{FF2B5EF4-FFF2-40B4-BE49-F238E27FC236}">
                <a16:creationId xmlns:a16="http://schemas.microsoft.com/office/drawing/2014/main" id="{F7173A7A-BF37-44AA-A849-7A21FE6B4892}"/>
              </a:ext>
            </a:extLst>
          </p:cNvPr>
          <p:cNvSpPr>
            <a:spLocks noChangeShapeType="1"/>
          </p:cNvSpPr>
          <p:nvPr/>
        </p:nvSpPr>
        <p:spPr bwMode="auto">
          <a:xfrm flipV="1">
            <a:off x="7543800" y="4114800"/>
            <a:ext cx="2286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442" name="Text Box 18">
            <a:extLst>
              <a:ext uri="{FF2B5EF4-FFF2-40B4-BE49-F238E27FC236}">
                <a16:creationId xmlns:a16="http://schemas.microsoft.com/office/drawing/2014/main" id="{0F3B9587-2334-428F-AECB-68D5B47B5291}"/>
              </a:ext>
            </a:extLst>
          </p:cNvPr>
          <p:cNvSpPr txBox="1">
            <a:spLocks noChangeArrowheads="1"/>
          </p:cNvSpPr>
          <p:nvPr/>
        </p:nvSpPr>
        <p:spPr bwMode="auto">
          <a:xfrm>
            <a:off x="6781800" y="3352800"/>
            <a:ext cx="199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What does that slide say?</a:t>
            </a:r>
          </a:p>
        </p:txBody>
      </p:sp>
      <p:sp>
        <p:nvSpPr>
          <p:cNvPr id="103443" name="Text Box 19">
            <a:extLst>
              <a:ext uri="{FF2B5EF4-FFF2-40B4-BE49-F238E27FC236}">
                <a16:creationId xmlns:a16="http://schemas.microsoft.com/office/drawing/2014/main" id="{30828E52-8F01-4B26-A164-60E9C606C280}"/>
              </a:ext>
            </a:extLst>
          </p:cNvPr>
          <p:cNvSpPr txBox="1">
            <a:spLocks noChangeArrowheads="1"/>
          </p:cNvSpPr>
          <p:nvPr/>
        </p:nvSpPr>
        <p:spPr bwMode="auto">
          <a:xfrm>
            <a:off x="5257800" y="4038600"/>
            <a:ext cx="2514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Dunno, I’m playing minesweeper</a:t>
            </a:r>
          </a:p>
        </p:txBody>
      </p:sp>
      <p:sp>
        <p:nvSpPr>
          <p:cNvPr id="103444" name="Line 20">
            <a:extLst>
              <a:ext uri="{FF2B5EF4-FFF2-40B4-BE49-F238E27FC236}">
                <a16:creationId xmlns:a16="http://schemas.microsoft.com/office/drawing/2014/main" id="{A09072EA-29CE-463A-8E48-2828A21F0C1F}"/>
              </a:ext>
            </a:extLst>
          </p:cNvPr>
          <p:cNvSpPr>
            <a:spLocks noChangeShapeType="1"/>
          </p:cNvSpPr>
          <p:nvPr/>
        </p:nvSpPr>
        <p:spPr bwMode="auto">
          <a:xfrm flipV="1">
            <a:off x="6629400" y="4724400"/>
            <a:ext cx="152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445" name="AutoShape 21">
            <a:extLst>
              <a:ext uri="{FF2B5EF4-FFF2-40B4-BE49-F238E27FC236}">
                <a16:creationId xmlns:a16="http://schemas.microsoft.com/office/drawing/2014/main" id="{FBCFB659-155B-4222-91AD-5360E5509E62}"/>
              </a:ext>
            </a:extLst>
          </p:cNvPr>
          <p:cNvSpPr>
            <a:spLocks noChangeArrowheads="1"/>
          </p:cNvSpPr>
          <p:nvPr/>
        </p:nvSpPr>
        <p:spPr bwMode="auto">
          <a:xfrm rot="-5400000">
            <a:off x="41529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46" name="AutoShape 22">
            <a:extLst>
              <a:ext uri="{FF2B5EF4-FFF2-40B4-BE49-F238E27FC236}">
                <a16:creationId xmlns:a16="http://schemas.microsoft.com/office/drawing/2014/main" id="{E70ECC1C-C503-4AB3-92CE-2210FB925B70}"/>
              </a:ext>
            </a:extLst>
          </p:cNvPr>
          <p:cNvSpPr>
            <a:spLocks noChangeArrowheads="1"/>
          </p:cNvSpPr>
          <p:nvPr/>
        </p:nvSpPr>
        <p:spPr bwMode="auto">
          <a:xfrm rot="-5400000">
            <a:off x="31623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47" name="Oval 23">
            <a:extLst>
              <a:ext uri="{FF2B5EF4-FFF2-40B4-BE49-F238E27FC236}">
                <a16:creationId xmlns:a16="http://schemas.microsoft.com/office/drawing/2014/main" id="{0E394DB9-078A-478F-B08F-563A8DF54533}"/>
              </a:ext>
            </a:extLst>
          </p:cNvPr>
          <p:cNvSpPr>
            <a:spLocks noChangeArrowheads="1"/>
          </p:cNvSpPr>
          <p:nvPr/>
        </p:nvSpPr>
        <p:spPr bwMode="auto">
          <a:xfrm>
            <a:off x="32766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48" name="Rectangle 24">
            <a:extLst>
              <a:ext uri="{FF2B5EF4-FFF2-40B4-BE49-F238E27FC236}">
                <a16:creationId xmlns:a16="http://schemas.microsoft.com/office/drawing/2014/main" id="{F5CFC0C2-0ABA-4141-8069-7F44BF431E49}"/>
              </a:ext>
            </a:extLst>
          </p:cNvPr>
          <p:cNvSpPr>
            <a:spLocks noChangeArrowheads="1"/>
          </p:cNvSpPr>
          <p:nvPr/>
        </p:nvSpPr>
        <p:spPr bwMode="auto">
          <a:xfrm>
            <a:off x="3429000" y="5638800"/>
            <a:ext cx="2286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50" name="Text Box 26">
            <a:extLst>
              <a:ext uri="{FF2B5EF4-FFF2-40B4-BE49-F238E27FC236}">
                <a16:creationId xmlns:a16="http://schemas.microsoft.com/office/drawing/2014/main" id="{B49FDD89-A884-4F39-8E80-D83A9F4FBDBD}"/>
              </a:ext>
            </a:extLst>
          </p:cNvPr>
          <p:cNvSpPr txBox="1">
            <a:spLocks noChangeArrowheads="1"/>
          </p:cNvSpPr>
          <p:nvPr/>
        </p:nvSpPr>
        <p:spPr bwMode="auto">
          <a:xfrm>
            <a:off x="1676400" y="3429000"/>
            <a:ext cx="199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Those are some NASTY colors…</a:t>
            </a:r>
          </a:p>
        </p:txBody>
      </p:sp>
      <p:sp>
        <p:nvSpPr>
          <p:cNvPr id="103451" name="Text Box 27">
            <a:extLst>
              <a:ext uri="{FF2B5EF4-FFF2-40B4-BE49-F238E27FC236}">
                <a16:creationId xmlns:a16="http://schemas.microsoft.com/office/drawing/2014/main" id="{1ED650F6-424F-4A65-B8A0-E2471FE65572}"/>
              </a:ext>
            </a:extLst>
          </p:cNvPr>
          <p:cNvSpPr txBox="1">
            <a:spLocks noChangeArrowheads="1"/>
          </p:cNvSpPr>
          <p:nvPr/>
        </p:nvSpPr>
        <p:spPr bwMode="auto">
          <a:xfrm>
            <a:off x="2819400" y="4191000"/>
            <a:ext cx="199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Hey – it matches my tie.</a:t>
            </a:r>
          </a:p>
        </p:txBody>
      </p:sp>
      <p:sp>
        <p:nvSpPr>
          <p:cNvPr id="103452" name="AutoShape 28">
            <a:extLst>
              <a:ext uri="{FF2B5EF4-FFF2-40B4-BE49-F238E27FC236}">
                <a16:creationId xmlns:a16="http://schemas.microsoft.com/office/drawing/2014/main" id="{313D1450-BDB3-4E45-802B-500E744D3645}"/>
              </a:ext>
            </a:extLst>
          </p:cNvPr>
          <p:cNvSpPr>
            <a:spLocks noChangeArrowheads="1"/>
          </p:cNvSpPr>
          <p:nvPr/>
        </p:nvSpPr>
        <p:spPr bwMode="auto">
          <a:xfrm rot="-5400000">
            <a:off x="21717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53" name="Oval 29">
            <a:extLst>
              <a:ext uri="{FF2B5EF4-FFF2-40B4-BE49-F238E27FC236}">
                <a16:creationId xmlns:a16="http://schemas.microsoft.com/office/drawing/2014/main" id="{26D5D712-D654-44E6-9F8E-2B78EA8BF391}"/>
              </a:ext>
            </a:extLst>
          </p:cNvPr>
          <p:cNvSpPr>
            <a:spLocks noChangeArrowheads="1"/>
          </p:cNvSpPr>
          <p:nvPr/>
        </p:nvSpPr>
        <p:spPr bwMode="auto">
          <a:xfrm>
            <a:off x="22860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54" name="Rectangle 30">
            <a:extLst>
              <a:ext uri="{FF2B5EF4-FFF2-40B4-BE49-F238E27FC236}">
                <a16:creationId xmlns:a16="http://schemas.microsoft.com/office/drawing/2014/main" id="{E73DC83F-2DA4-464B-9242-27CC76BAFB6A}"/>
              </a:ext>
            </a:extLst>
          </p:cNvPr>
          <p:cNvSpPr>
            <a:spLocks noChangeArrowheads="1"/>
          </p:cNvSpPr>
          <p:nvPr/>
        </p:nvSpPr>
        <p:spPr bwMode="auto">
          <a:xfrm>
            <a:off x="2286000" y="5638800"/>
            <a:ext cx="5334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55" name="AutoShape 31">
            <a:extLst>
              <a:ext uri="{FF2B5EF4-FFF2-40B4-BE49-F238E27FC236}">
                <a16:creationId xmlns:a16="http://schemas.microsoft.com/office/drawing/2014/main" id="{4BD2953C-C0AE-42D0-BE7C-82EF06E04AF0}"/>
              </a:ext>
            </a:extLst>
          </p:cNvPr>
          <p:cNvSpPr>
            <a:spLocks noChangeArrowheads="1"/>
          </p:cNvSpPr>
          <p:nvPr/>
        </p:nvSpPr>
        <p:spPr bwMode="auto">
          <a:xfrm rot="-5400000">
            <a:off x="11811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56" name="Line 32">
            <a:extLst>
              <a:ext uri="{FF2B5EF4-FFF2-40B4-BE49-F238E27FC236}">
                <a16:creationId xmlns:a16="http://schemas.microsoft.com/office/drawing/2014/main" id="{19AA8398-0F6C-4A39-ABC6-3BE9DA1D5DF3}"/>
              </a:ext>
            </a:extLst>
          </p:cNvPr>
          <p:cNvSpPr>
            <a:spLocks noChangeShapeType="1"/>
          </p:cNvSpPr>
          <p:nvPr/>
        </p:nvSpPr>
        <p:spPr bwMode="auto">
          <a:xfrm flipH="1" flipV="1">
            <a:off x="2514600" y="4114800"/>
            <a:ext cx="762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457" name="Line 33">
            <a:extLst>
              <a:ext uri="{FF2B5EF4-FFF2-40B4-BE49-F238E27FC236}">
                <a16:creationId xmlns:a16="http://schemas.microsoft.com/office/drawing/2014/main" id="{C170CEC6-F4B4-4A91-A898-3F7E2C8C7BC3}"/>
              </a:ext>
            </a:extLst>
          </p:cNvPr>
          <p:cNvSpPr>
            <a:spLocks noChangeShapeType="1"/>
          </p:cNvSpPr>
          <p:nvPr/>
        </p:nvSpPr>
        <p:spPr bwMode="auto">
          <a:xfrm flipV="1">
            <a:off x="3581400" y="4953000"/>
            <a:ext cx="76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458" name="Text Box 34">
            <a:extLst>
              <a:ext uri="{FF2B5EF4-FFF2-40B4-BE49-F238E27FC236}">
                <a16:creationId xmlns:a16="http://schemas.microsoft.com/office/drawing/2014/main" id="{0DF4783C-73C0-46E5-8141-F7488EF981C4}"/>
              </a:ext>
            </a:extLst>
          </p:cNvPr>
          <p:cNvSpPr txBox="1">
            <a:spLocks noChangeArrowheads="1"/>
          </p:cNvSpPr>
          <p:nvPr/>
        </p:nvSpPr>
        <p:spPr bwMode="auto">
          <a:xfrm>
            <a:off x="457200" y="4556125"/>
            <a:ext cx="1600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Please let it be OVER…</a:t>
            </a:r>
          </a:p>
        </p:txBody>
      </p:sp>
      <p:sp>
        <p:nvSpPr>
          <p:cNvPr id="103459" name="Oval 35">
            <a:extLst>
              <a:ext uri="{FF2B5EF4-FFF2-40B4-BE49-F238E27FC236}">
                <a16:creationId xmlns:a16="http://schemas.microsoft.com/office/drawing/2014/main" id="{3441714F-A9E8-4B80-996F-AED82E002A2D}"/>
              </a:ext>
            </a:extLst>
          </p:cNvPr>
          <p:cNvSpPr>
            <a:spLocks noChangeArrowheads="1"/>
          </p:cNvSpPr>
          <p:nvPr/>
        </p:nvSpPr>
        <p:spPr bwMode="auto">
          <a:xfrm>
            <a:off x="5334000" y="53340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0" name="Oval 36">
            <a:extLst>
              <a:ext uri="{FF2B5EF4-FFF2-40B4-BE49-F238E27FC236}">
                <a16:creationId xmlns:a16="http://schemas.microsoft.com/office/drawing/2014/main" id="{46C19E1E-D802-4203-ADA0-9A5D33001BBB}"/>
              </a:ext>
            </a:extLst>
          </p:cNvPr>
          <p:cNvSpPr>
            <a:spLocks noChangeArrowheads="1"/>
          </p:cNvSpPr>
          <p:nvPr/>
        </p:nvSpPr>
        <p:spPr bwMode="auto">
          <a:xfrm>
            <a:off x="5257800" y="51816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1" name="Oval 37">
            <a:extLst>
              <a:ext uri="{FF2B5EF4-FFF2-40B4-BE49-F238E27FC236}">
                <a16:creationId xmlns:a16="http://schemas.microsoft.com/office/drawing/2014/main" id="{C3170C40-850B-44E2-AF5F-5F95B76F7A0E}"/>
              </a:ext>
            </a:extLst>
          </p:cNvPr>
          <p:cNvSpPr>
            <a:spLocks noChangeArrowheads="1"/>
          </p:cNvSpPr>
          <p:nvPr/>
        </p:nvSpPr>
        <p:spPr bwMode="auto">
          <a:xfrm>
            <a:off x="5181600" y="50292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2" name="Oval 38">
            <a:extLst>
              <a:ext uri="{FF2B5EF4-FFF2-40B4-BE49-F238E27FC236}">
                <a16:creationId xmlns:a16="http://schemas.microsoft.com/office/drawing/2014/main" id="{739C67F1-45EA-490D-89CD-46FF7A666526}"/>
              </a:ext>
            </a:extLst>
          </p:cNvPr>
          <p:cNvSpPr>
            <a:spLocks noChangeArrowheads="1"/>
          </p:cNvSpPr>
          <p:nvPr/>
        </p:nvSpPr>
        <p:spPr bwMode="auto">
          <a:xfrm>
            <a:off x="1371600" y="55626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3" name="Oval 39">
            <a:extLst>
              <a:ext uri="{FF2B5EF4-FFF2-40B4-BE49-F238E27FC236}">
                <a16:creationId xmlns:a16="http://schemas.microsoft.com/office/drawing/2014/main" id="{1D5CF2C1-5455-4C03-99B1-504DD3BA98A7}"/>
              </a:ext>
            </a:extLst>
          </p:cNvPr>
          <p:cNvSpPr>
            <a:spLocks noChangeArrowheads="1"/>
          </p:cNvSpPr>
          <p:nvPr/>
        </p:nvSpPr>
        <p:spPr bwMode="auto">
          <a:xfrm>
            <a:off x="1295400" y="54102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4" name="Oval 40">
            <a:extLst>
              <a:ext uri="{FF2B5EF4-FFF2-40B4-BE49-F238E27FC236}">
                <a16:creationId xmlns:a16="http://schemas.microsoft.com/office/drawing/2014/main" id="{17ED0D0E-A149-4372-BD6B-176940AF8884}"/>
              </a:ext>
            </a:extLst>
          </p:cNvPr>
          <p:cNvSpPr>
            <a:spLocks noChangeArrowheads="1"/>
          </p:cNvSpPr>
          <p:nvPr/>
        </p:nvSpPr>
        <p:spPr bwMode="auto">
          <a:xfrm>
            <a:off x="1219200" y="52578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465" name="Oval 41">
            <a:extLst>
              <a:ext uri="{FF2B5EF4-FFF2-40B4-BE49-F238E27FC236}">
                <a16:creationId xmlns:a16="http://schemas.microsoft.com/office/drawing/2014/main" id="{EF6E33F7-4F38-4875-8A72-B3E98D38E5C8}"/>
              </a:ext>
            </a:extLst>
          </p:cNvPr>
          <p:cNvSpPr>
            <a:spLocks noChangeArrowheads="1"/>
          </p:cNvSpPr>
          <p:nvPr/>
        </p:nvSpPr>
        <p:spPr bwMode="auto">
          <a:xfrm>
            <a:off x="1295400" y="56388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2105396B-F563-42FC-9A47-60B15955D850}"/>
              </a:ext>
            </a:extLst>
          </p:cNvPr>
          <p:cNvSpPr>
            <a:spLocks noGrp="1" noChangeArrowheads="1"/>
          </p:cNvSpPr>
          <p:nvPr>
            <p:ph type="title"/>
          </p:nvPr>
        </p:nvSpPr>
        <p:spPr/>
        <p:txBody>
          <a:bodyPr vert="horz" lIns="91440" tIns="45720" rIns="91440" bIns="45720" rtlCol="0" anchor="ctr">
            <a:normAutofit/>
          </a:bodyPr>
          <a:lstStyle/>
          <a:p>
            <a:r>
              <a:rPr lang="en-US" altLang="en-US" sz="3200" dirty="0">
                <a:solidFill>
                  <a:srgbClr val="0A20C6"/>
                </a:solidFill>
                <a:latin typeface="Arial" panose="020B0604020202020204" pitchFamily="34" charset="0"/>
                <a:cs typeface="Arial" panose="020B0604020202020204" pitchFamily="34" charset="0"/>
              </a:rPr>
              <a:t>Good Presentations</a:t>
            </a:r>
          </a:p>
        </p:txBody>
      </p:sp>
      <p:sp>
        <p:nvSpPr>
          <p:cNvPr id="102403" name="Rectangle 3">
            <a:extLst>
              <a:ext uri="{FF2B5EF4-FFF2-40B4-BE49-F238E27FC236}">
                <a16:creationId xmlns:a16="http://schemas.microsoft.com/office/drawing/2014/main" id="{63DEBF25-62B1-404E-AEDA-1E6470BA2453}"/>
              </a:ext>
            </a:extLst>
          </p:cNvPr>
          <p:cNvSpPr>
            <a:spLocks noGrp="1" noChangeArrowheads="1"/>
          </p:cNvSpPr>
          <p:nvPr>
            <p:ph type="body" idx="1"/>
          </p:nvPr>
        </p:nvSpPr>
        <p:spPr>
          <a:xfrm>
            <a:off x="452481" y="1439861"/>
            <a:ext cx="7886700" cy="4351338"/>
          </a:xfrm>
        </p:spPr>
        <p:txBody>
          <a:bodyPr/>
          <a:lstStyle/>
          <a:p>
            <a:r>
              <a:rPr lang="en-US" altLang="en-US" sz="2800" dirty="0">
                <a:latin typeface="Arial" panose="020B0604020202020204" pitchFamily="34" charset="0"/>
                <a:cs typeface="Arial" panose="020B0604020202020204" pitchFamily="34" charset="0"/>
              </a:rPr>
              <a:t>Interesting topic, explained at audience’s level</a:t>
            </a:r>
          </a:p>
          <a:p>
            <a:r>
              <a:rPr lang="en-US" altLang="en-US" sz="2800" dirty="0">
                <a:latin typeface="Arial" panose="020B0604020202020204" pitchFamily="34" charset="0"/>
                <a:cs typeface="Arial" panose="020B0604020202020204" pitchFamily="34" charset="0"/>
              </a:rPr>
              <a:t>Slides are understandable and easy to see</a:t>
            </a:r>
          </a:p>
          <a:p>
            <a:r>
              <a:rPr lang="en-US" altLang="en-US" sz="2800" dirty="0">
                <a:latin typeface="Arial" panose="020B0604020202020204" pitchFamily="34" charset="0"/>
                <a:cs typeface="Arial" panose="020B0604020202020204" pitchFamily="34" charset="0"/>
              </a:rPr>
              <a:t>Good presentations reflect well on speaker!</a:t>
            </a:r>
          </a:p>
        </p:txBody>
      </p:sp>
      <p:sp>
        <p:nvSpPr>
          <p:cNvPr id="102437" name="AutoShape 37">
            <a:extLst>
              <a:ext uri="{FF2B5EF4-FFF2-40B4-BE49-F238E27FC236}">
                <a16:creationId xmlns:a16="http://schemas.microsoft.com/office/drawing/2014/main" id="{E5FA1D3D-A359-42F6-8FEF-44B5B4B7210B}"/>
              </a:ext>
            </a:extLst>
          </p:cNvPr>
          <p:cNvSpPr>
            <a:spLocks noChangeArrowheads="1"/>
          </p:cNvSpPr>
          <p:nvPr/>
        </p:nvSpPr>
        <p:spPr bwMode="auto">
          <a:xfrm rot="-5400000">
            <a:off x="51435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38" name="AutoShape 38">
            <a:extLst>
              <a:ext uri="{FF2B5EF4-FFF2-40B4-BE49-F238E27FC236}">
                <a16:creationId xmlns:a16="http://schemas.microsoft.com/office/drawing/2014/main" id="{26282B9F-6529-4E4F-85CC-1B8BDCDFC099}"/>
              </a:ext>
            </a:extLst>
          </p:cNvPr>
          <p:cNvSpPr>
            <a:spLocks noChangeArrowheads="1"/>
          </p:cNvSpPr>
          <p:nvPr/>
        </p:nvSpPr>
        <p:spPr bwMode="auto">
          <a:xfrm rot="-5400000">
            <a:off x="61341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39" name="AutoShape 39">
            <a:extLst>
              <a:ext uri="{FF2B5EF4-FFF2-40B4-BE49-F238E27FC236}">
                <a16:creationId xmlns:a16="http://schemas.microsoft.com/office/drawing/2014/main" id="{775F4AF3-EE3B-48EA-A97D-D513029E4F29}"/>
              </a:ext>
            </a:extLst>
          </p:cNvPr>
          <p:cNvSpPr>
            <a:spLocks noChangeArrowheads="1"/>
          </p:cNvSpPr>
          <p:nvPr/>
        </p:nvSpPr>
        <p:spPr bwMode="auto">
          <a:xfrm rot="-5400000">
            <a:off x="71247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0" name="Oval 40">
            <a:extLst>
              <a:ext uri="{FF2B5EF4-FFF2-40B4-BE49-F238E27FC236}">
                <a16:creationId xmlns:a16="http://schemas.microsoft.com/office/drawing/2014/main" id="{9AAEAE17-F77B-449F-8CF7-226281ED5A24}"/>
              </a:ext>
            </a:extLst>
          </p:cNvPr>
          <p:cNvSpPr>
            <a:spLocks noChangeArrowheads="1"/>
          </p:cNvSpPr>
          <p:nvPr/>
        </p:nvSpPr>
        <p:spPr bwMode="auto">
          <a:xfrm>
            <a:off x="5257800" y="55626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1" name="Oval 41">
            <a:extLst>
              <a:ext uri="{FF2B5EF4-FFF2-40B4-BE49-F238E27FC236}">
                <a16:creationId xmlns:a16="http://schemas.microsoft.com/office/drawing/2014/main" id="{8DC471AF-2DE1-4E48-AD15-D47A86FC052E}"/>
              </a:ext>
            </a:extLst>
          </p:cNvPr>
          <p:cNvSpPr>
            <a:spLocks noChangeArrowheads="1"/>
          </p:cNvSpPr>
          <p:nvPr/>
        </p:nvSpPr>
        <p:spPr bwMode="auto">
          <a:xfrm>
            <a:off x="6248400" y="52578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2" name="Oval 42">
            <a:extLst>
              <a:ext uri="{FF2B5EF4-FFF2-40B4-BE49-F238E27FC236}">
                <a16:creationId xmlns:a16="http://schemas.microsoft.com/office/drawing/2014/main" id="{45C0167D-0452-46AF-ADC2-C18F5B9C37D5}"/>
              </a:ext>
            </a:extLst>
          </p:cNvPr>
          <p:cNvSpPr>
            <a:spLocks noChangeArrowheads="1"/>
          </p:cNvSpPr>
          <p:nvPr/>
        </p:nvSpPr>
        <p:spPr bwMode="auto">
          <a:xfrm>
            <a:off x="72390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3" name="Rectangle 43">
            <a:extLst>
              <a:ext uri="{FF2B5EF4-FFF2-40B4-BE49-F238E27FC236}">
                <a16:creationId xmlns:a16="http://schemas.microsoft.com/office/drawing/2014/main" id="{D4A49A6F-1963-46C3-A744-0D53F0C0AF54}"/>
              </a:ext>
            </a:extLst>
          </p:cNvPr>
          <p:cNvSpPr>
            <a:spLocks noChangeArrowheads="1"/>
          </p:cNvSpPr>
          <p:nvPr/>
        </p:nvSpPr>
        <p:spPr bwMode="auto">
          <a:xfrm>
            <a:off x="7239000" y="5638800"/>
            <a:ext cx="5334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4" name="Rectangle 44">
            <a:extLst>
              <a:ext uri="{FF2B5EF4-FFF2-40B4-BE49-F238E27FC236}">
                <a16:creationId xmlns:a16="http://schemas.microsoft.com/office/drawing/2014/main" id="{750839B0-16BB-4516-A090-75EBEAF6F662}"/>
              </a:ext>
            </a:extLst>
          </p:cNvPr>
          <p:cNvSpPr>
            <a:spLocks noChangeArrowheads="1"/>
          </p:cNvSpPr>
          <p:nvPr/>
        </p:nvSpPr>
        <p:spPr bwMode="auto">
          <a:xfrm>
            <a:off x="6400800" y="5562600"/>
            <a:ext cx="2286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5" name="Text Box 45">
            <a:extLst>
              <a:ext uri="{FF2B5EF4-FFF2-40B4-BE49-F238E27FC236}">
                <a16:creationId xmlns:a16="http://schemas.microsoft.com/office/drawing/2014/main" id="{927259C2-0E56-40CC-B4A2-FCC10250D178}"/>
              </a:ext>
            </a:extLst>
          </p:cNvPr>
          <p:cNvSpPr txBox="1">
            <a:spLocks noChangeArrowheads="1"/>
          </p:cNvSpPr>
          <p:nvPr/>
        </p:nvSpPr>
        <p:spPr bwMode="auto">
          <a:xfrm>
            <a:off x="4800600" y="4648200"/>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a:latin typeface="Tahoma" panose="020B0604030504040204" pitchFamily="34" charset="0"/>
              </a:rPr>
              <a:t>Interesting</a:t>
            </a:r>
          </a:p>
        </p:txBody>
      </p:sp>
      <p:sp>
        <p:nvSpPr>
          <p:cNvPr id="102446" name="Line 46">
            <a:extLst>
              <a:ext uri="{FF2B5EF4-FFF2-40B4-BE49-F238E27FC236}">
                <a16:creationId xmlns:a16="http://schemas.microsoft.com/office/drawing/2014/main" id="{0B4BCEE8-F0B5-453E-AEBB-E563C622A0FC}"/>
              </a:ext>
            </a:extLst>
          </p:cNvPr>
          <p:cNvSpPr>
            <a:spLocks noChangeShapeType="1"/>
          </p:cNvSpPr>
          <p:nvPr/>
        </p:nvSpPr>
        <p:spPr bwMode="auto">
          <a:xfrm flipV="1">
            <a:off x="7543800" y="5029200"/>
            <a:ext cx="762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47" name="Text Box 47">
            <a:extLst>
              <a:ext uri="{FF2B5EF4-FFF2-40B4-BE49-F238E27FC236}">
                <a16:creationId xmlns:a16="http://schemas.microsoft.com/office/drawing/2014/main" id="{3575FF90-9E91-4709-AB78-09CC6E4684BD}"/>
              </a:ext>
            </a:extLst>
          </p:cNvPr>
          <p:cNvSpPr txBox="1">
            <a:spLocks noChangeArrowheads="1"/>
          </p:cNvSpPr>
          <p:nvPr/>
        </p:nvSpPr>
        <p:spPr bwMode="auto">
          <a:xfrm>
            <a:off x="6781800" y="3048000"/>
            <a:ext cx="199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I understood this one!</a:t>
            </a:r>
          </a:p>
        </p:txBody>
      </p:sp>
      <p:sp>
        <p:nvSpPr>
          <p:cNvPr id="102448" name="Text Box 48">
            <a:extLst>
              <a:ext uri="{FF2B5EF4-FFF2-40B4-BE49-F238E27FC236}">
                <a16:creationId xmlns:a16="http://schemas.microsoft.com/office/drawing/2014/main" id="{558305D6-D60A-4902-B6D3-A013CBA11C6A}"/>
              </a:ext>
            </a:extLst>
          </p:cNvPr>
          <p:cNvSpPr txBox="1">
            <a:spLocks noChangeArrowheads="1"/>
          </p:cNvSpPr>
          <p:nvPr/>
        </p:nvSpPr>
        <p:spPr bwMode="auto">
          <a:xfrm>
            <a:off x="5791200" y="3657600"/>
            <a:ext cx="1828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You should</a:t>
            </a:r>
            <a:br>
              <a:rPr lang="en-US" altLang="en-US" sz="2000">
                <a:latin typeface="Tahoma" panose="020B0604030504040204" pitchFamily="34" charset="0"/>
              </a:rPr>
            </a:br>
            <a:r>
              <a:rPr lang="en-US" altLang="en-US" sz="2000">
                <a:latin typeface="Tahoma" panose="020B0604030504040204" pitchFamily="34" charset="0"/>
              </a:rPr>
              <a:t>with a PhD…</a:t>
            </a:r>
          </a:p>
        </p:txBody>
      </p:sp>
      <p:sp>
        <p:nvSpPr>
          <p:cNvPr id="102449" name="Line 49">
            <a:extLst>
              <a:ext uri="{FF2B5EF4-FFF2-40B4-BE49-F238E27FC236}">
                <a16:creationId xmlns:a16="http://schemas.microsoft.com/office/drawing/2014/main" id="{F66EADE8-1CF0-4870-AB01-85AB69EBB340}"/>
              </a:ext>
            </a:extLst>
          </p:cNvPr>
          <p:cNvSpPr>
            <a:spLocks noChangeShapeType="1"/>
          </p:cNvSpPr>
          <p:nvPr/>
        </p:nvSpPr>
        <p:spPr bwMode="auto">
          <a:xfrm flipV="1">
            <a:off x="6629400" y="4343400"/>
            <a:ext cx="1524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50" name="AutoShape 50">
            <a:extLst>
              <a:ext uri="{FF2B5EF4-FFF2-40B4-BE49-F238E27FC236}">
                <a16:creationId xmlns:a16="http://schemas.microsoft.com/office/drawing/2014/main" id="{ED82E61C-9472-4AB3-A12F-3AEE06EDD2CB}"/>
              </a:ext>
            </a:extLst>
          </p:cNvPr>
          <p:cNvSpPr>
            <a:spLocks noChangeArrowheads="1"/>
          </p:cNvSpPr>
          <p:nvPr/>
        </p:nvSpPr>
        <p:spPr bwMode="auto">
          <a:xfrm rot="-5400000">
            <a:off x="41529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1" name="AutoShape 51">
            <a:extLst>
              <a:ext uri="{FF2B5EF4-FFF2-40B4-BE49-F238E27FC236}">
                <a16:creationId xmlns:a16="http://schemas.microsoft.com/office/drawing/2014/main" id="{58E80D00-71D9-49EB-B0D8-6172331AAC82}"/>
              </a:ext>
            </a:extLst>
          </p:cNvPr>
          <p:cNvSpPr>
            <a:spLocks noChangeArrowheads="1"/>
          </p:cNvSpPr>
          <p:nvPr/>
        </p:nvSpPr>
        <p:spPr bwMode="auto">
          <a:xfrm rot="-5400000">
            <a:off x="31623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2" name="Oval 52">
            <a:extLst>
              <a:ext uri="{FF2B5EF4-FFF2-40B4-BE49-F238E27FC236}">
                <a16:creationId xmlns:a16="http://schemas.microsoft.com/office/drawing/2014/main" id="{A8B8DC37-300B-42D5-92CE-6566358C5762}"/>
              </a:ext>
            </a:extLst>
          </p:cNvPr>
          <p:cNvSpPr>
            <a:spLocks noChangeArrowheads="1"/>
          </p:cNvSpPr>
          <p:nvPr/>
        </p:nvSpPr>
        <p:spPr bwMode="auto">
          <a:xfrm>
            <a:off x="32766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3" name="Rectangle 53">
            <a:extLst>
              <a:ext uri="{FF2B5EF4-FFF2-40B4-BE49-F238E27FC236}">
                <a16:creationId xmlns:a16="http://schemas.microsoft.com/office/drawing/2014/main" id="{11B28C3B-24C2-41CB-8288-BBFF041CF0CE}"/>
              </a:ext>
            </a:extLst>
          </p:cNvPr>
          <p:cNvSpPr>
            <a:spLocks noChangeArrowheads="1"/>
          </p:cNvSpPr>
          <p:nvPr/>
        </p:nvSpPr>
        <p:spPr bwMode="auto">
          <a:xfrm>
            <a:off x="3429000" y="5638800"/>
            <a:ext cx="2286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4" name="Text Box 54">
            <a:extLst>
              <a:ext uri="{FF2B5EF4-FFF2-40B4-BE49-F238E27FC236}">
                <a16:creationId xmlns:a16="http://schemas.microsoft.com/office/drawing/2014/main" id="{92AB6F1C-911D-4928-82A5-045FEFD4FE49}"/>
              </a:ext>
            </a:extLst>
          </p:cNvPr>
          <p:cNvSpPr txBox="1">
            <a:spLocks noChangeArrowheads="1"/>
          </p:cNvSpPr>
          <p:nvPr/>
        </p:nvSpPr>
        <p:spPr bwMode="auto">
          <a:xfrm>
            <a:off x="1295400" y="3124200"/>
            <a:ext cx="2590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I wonder if this technique would work for my problem</a:t>
            </a:r>
          </a:p>
        </p:txBody>
      </p:sp>
      <p:sp>
        <p:nvSpPr>
          <p:cNvPr id="102455" name="Text Box 55">
            <a:extLst>
              <a:ext uri="{FF2B5EF4-FFF2-40B4-BE49-F238E27FC236}">
                <a16:creationId xmlns:a16="http://schemas.microsoft.com/office/drawing/2014/main" id="{69F643B9-3976-4F83-B22C-EB8DD4D35668}"/>
              </a:ext>
            </a:extLst>
          </p:cNvPr>
          <p:cNvSpPr txBox="1">
            <a:spLocks noChangeArrowheads="1"/>
          </p:cNvSpPr>
          <p:nvPr/>
        </p:nvSpPr>
        <p:spPr bwMode="auto">
          <a:xfrm>
            <a:off x="2667000" y="4191000"/>
            <a:ext cx="2149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Let’s talk to them at the break</a:t>
            </a:r>
          </a:p>
        </p:txBody>
      </p:sp>
      <p:sp>
        <p:nvSpPr>
          <p:cNvPr id="102456" name="AutoShape 56">
            <a:extLst>
              <a:ext uri="{FF2B5EF4-FFF2-40B4-BE49-F238E27FC236}">
                <a16:creationId xmlns:a16="http://schemas.microsoft.com/office/drawing/2014/main" id="{D5C728D7-1DC0-4C0A-99D8-765B2EB51AD1}"/>
              </a:ext>
            </a:extLst>
          </p:cNvPr>
          <p:cNvSpPr>
            <a:spLocks noChangeArrowheads="1"/>
          </p:cNvSpPr>
          <p:nvPr/>
        </p:nvSpPr>
        <p:spPr bwMode="auto">
          <a:xfrm rot="-5400000">
            <a:off x="21717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7" name="Oval 57">
            <a:extLst>
              <a:ext uri="{FF2B5EF4-FFF2-40B4-BE49-F238E27FC236}">
                <a16:creationId xmlns:a16="http://schemas.microsoft.com/office/drawing/2014/main" id="{3016CB21-2B5F-43BB-8875-904BD787131D}"/>
              </a:ext>
            </a:extLst>
          </p:cNvPr>
          <p:cNvSpPr>
            <a:spLocks noChangeArrowheads="1"/>
          </p:cNvSpPr>
          <p:nvPr/>
        </p:nvSpPr>
        <p:spPr bwMode="auto">
          <a:xfrm>
            <a:off x="2286000" y="53340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8" name="Rectangle 58">
            <a:extLst>
              <a:ext uri="{FF2B5EF4-FFF2-40B4-BE49-F238E27FC236}">
                <a16:creationId xmlns:a16="http://schemas.microsoft.com/office/drawing/2014/main" id="{86F0EEEB-FB2B-4109-8602-FAA3896F8BD5}"/>
              </a:ext>
            </a:extLst>
          </p:cNvPr>
          <p:cNvSpPr>
            <a:spLocks noChangeArrowheads="1"/>
          </p:cNvSpPr>
          <p:nvPr/>
        </p:nvSpPr>
        <p:spPr bwMode="auto">
          <a:xfrm>
            <a:off x="2286000" y="5638800"/>
            <a:ext cx="533400" cy="685800"/>
          </a:xfrm>
          <a:prstGeom prst="rect">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9" name="AutoShape 59">
            <a:extLst>
              <a:ext uri="{FF2B5EF4-FFF2-40B4-BE49-F238E27FC236}">
                <a16:creationId xmlns:a16="http://schemas.microsoft.com/office/drawing/2014/main" id="{FE1DF087-A872-43D3-9BF5-8C4AF61E946D}"/>
              </a:ext>
            </a:extLst>
          </p:cNvPr>
          <p:cNvSpPr>
            <a:spLocks noChangeArrowheads="1"/>
          </p:cNvSpPr>
          <p:nvPr/>
        </p:nvSpPr>
        <p:spPr bwMode="auto">
          <a:xfrm rot="-5400000">
            <a:off x="1181100" y="5829300"/>
            <a:ext cx="762000" cy="990600"/>
          </a:xfrm>
          <a:prstGeom prst="flowChartDelay">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0" name="Line 60">
            <a:extLst>
              <a:ext uri="{FF2B5EF4-FFF2-40B4-BE49-F238E27FC236}">
                <a16:creationId xmlns:a16="http://schemas.microsoft.com/office/drawing/2014/main" id="{F52A8534-7E80-4A64-9E61-FAD9542AC81F}"/>
              </a:ext>
            </a:extLst>
          </p:cNvPr>
          <p:cNvSpPr>
            <a:spLocks noChangeShapeType="1"/>
          </p:cNvSpPr>
          <p:nvPr/>
        </p:nvSpPr>
        <p:spPr bwMode="auto">
          <a:xfrm flipH="1" flipV="1">
            <a:off x="2514600" y="4114800"/>
            <a:ext cx="762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61" name="Line 61">
            <a:extLst>
              <a:ext uri="{FF2B5EF4-FFF2-40B4-BE49-F238E27FC236}">
                <a16:creationId xmlns:a16="http://schemas.microsoft.com/office/drawing/2014/main" id="{0D1D913D-9F45-4D68-9535-936FBFFC62C1}"/>
              </a:ext>
            </a:extLst>
          </p:cNvPr>
          <p:cNvSpPr>
            <a:spLocks noChangeShapeType="1"/>
          </p:cNvSpPr>
          <p:nvPr/>
        </p:nvSpPr>
        <p:spPr bwMode="auto">
          <a:xfrm flipV="1">
            <a:off x="3581400" y="4953000"/>
            <a:ext cx="762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62" name="Text Box 62">
            <a:extLst>
              <a:ext uri="{FF2B5EF4-FFF2-40B4-BE49-F238E27FC236}">
                <a16:creationId xmlns:a16="http://schemas.microsoft.com/office/drawing/2014/main" id="{0C5919CF-F1A3-435C-9846-3B9A06D77FB3}"/>
              </a:ext>
            </a:extLst>
          </p:cNvPr>
          <p:cNvSpPr txBox="1">
            <a:spLocks noChangeArrowheads="1"/>
          </p:cNvSpPr>
          <p:nvPr/>
        </p:nvSpPr>
        <p:spPr bwMode="auto">
          <a:xfrm>
            <a:off x="304800" y="461645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800">
                <a:latin typeface="Tahoma" panose="020B0604030504040204" pitchFamily="34" charset="0"/>
              </a:rPr>
              <a:t>I never thought of that!</a:t>
            </a:r>
          </a:p>
        </p:txBody>
      </p:sp>
      <p:sp>
        <p:nvSpPr>
          <p:cNvPr id="102463" name="Oval 63">
            <a:extLst>
              <a:ext uri="{FF2B5EF4-FFF2-40B4-BE49-F238E27FC236}">
                <a16:creationId xmlns:a16="http://schemas.microsoft.com/office/drawing/2014/main" id="{5593C98E-AB52-4C85-9D2D-28F2817E010D}"/>
              </a:ext>
            </a:extLst>
          </p:cNvPr>
          <p:cNvSpPr>
            <a:spLocks noChangeArrowheads="1"/>
          </p:cNvSpPr>
          <p:nvPr/>
        </p:nvSpPr>
        <p:spPr bwMode="auto">
          <a:xfrm>
            <a:off x="5334000" y="53340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4" name="Oval 64">
            <a:extLst>
              <a:ext uri="{FF2B5EF4-FFF2-40B4-BE49-F238E27FC236}">
                <a16:creationId xmlns:a16="http://schemas.microsoft.com/office/drawing/2014/main" id="{49787ED1-A0DC-48C5-B8CF-A5765894F971}"/>
              </a:ext>
            </a:extLst>
          </p:cNvPr>
          <p:cNvSpPr>
            <a:spLocks noChangeArrowheads="1"/>
          </p:cNvSpPr>
          <p:nvPr/>
        </p:nvSpPr>
        <p:spPr bwMode="auto">
          <a:xfrm>
            <a:off x="5257800" y="51816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5" name="Oval 65">
            <a:extLst>
              <a:ext uri="{FF2B5EF4-FFF2-40B4-BE49-F238E27FC236}">
                <a16:creationId xmlns:a16="http://schemas.microsoft.com/office/drawing/2014/main" id="{B35BA1B4-BEA1-45E1-B9E4-243A0BDFC974}"/>
              </a:ext>
            </a:extLst>
          </p:cNvPr>
          <p:cNvSpPr>
            <a:spLocks noChangeArrowheads="1"/>
          </p:cNvSpPr>
          <p:nvPr/>
        </p:nvSpPr>
        <p:spPr bwMode="auto">
          <a:xfrm>
            <a:off x="5181600" y="50292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6" name="Oval 66">
            <a:extLst>
              <a:ext uri="{FF2B5EF4-FFF2-40B4-BE49-F238E27FC236}">
                <a16:creationId xmlns:a16="http://schemas.microsoft.com/office/drawing/2014/main" id="{4CF163FE-8A28-4D0F-B258-C8AD99C74049}"/>
              </a:ext>
            </a:extLst>
          </p:cNvPr>
          <p:cNvSpPr>
            <a:spLocks noChangeArrowheads="1"/>
          </p:cNvSpPr>
          <p:nvPr/>
        </p:nvSpPr>
        <p:spPr bwMode="auto">
          <a:xfrm>
            <a:off x="1371600" y="55626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7" name="Oval 67">
            <a:extLst>
              <a:ext uri="{FF2B5EF4-FFF2-40B4-BE49-F238E27FC236}">
                <a16:creationId xmlns:a16="http://schemas.microsoft.com/office/drawing/2014/main" id="{D7AEFD7B-532A-4F1B-9319-047B57DC8CBD}"/>
              </a:ext>
            </a:extLst>
          </p:cNvPr>
          <p:cNvSpPr>
            <a:spLocks noChangeArrowheads="1"/>
          </p:cNvSpPr>
          <p:nvPr/>
        </p:nvSpPr>
        <p:spPr bwMode="auto">
          <a:xfrm>
            <a:off x="1295400" y="54102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8" name="Oval 68">
            <a:extLst>
              <a:ext uri="{FF2B5EF4-FFF2-40B4-BE49-F238E27FC236}">
                <a16:creationId xmlns:a16="http://schemas.microsoft.com/office/drawing/2014/main" id="{0C2CE041-8EB3-4382-B457-D89632F9527A}"/>
              </a:ext>
            </a:extLst>
          </p:cNvPr>
          <p:cNvSpPr>
            <a:spLocks noChangeArrowheads="1"/>
          </p:cNvSpPr>
          <p:nvPr/>
        </p:nvSpPr>
        <p:spPr bwMode="auto">
          <a:xfrm>
            <a:off x="1219200" y="5257800"/>
            <a:ext cx="76200" cy="76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69" name="Oval 69">
            <a:extLst>
              <a:ext uri="{FF2B5EF4-FFF2-40B4-BE49-F238E27FC236}">
                <a16:creationId xmlns:a16="http://schemas.microsoft.com/office/drawing/2014/main" id="{56614EE1-9284-447F-A416-F90DED543975}"/>
              </a:ext>
            </a:extLst>
          </p:cNvPr>
          <p:cNvSpPr>
            <a:spLocks noChangeArrowheads="1"/>
          </p:cNvSpPr>
          <p:nvPr/>
        </p:nvSpPr>
        <p:spPr bwMode="auto">
          <a:xfrm>
            <a:off x="1295400" y="5638800"/>
            <a:ext cx="533400" cy="609600"/>
          </a:xfrm>
          <a:prstGeom prst="ellipse">
            <a:avLst/>
          </a:prstGeom>
          <a:solidFill>
            <a:srgbClr val="0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70" name="Text Box 70">
            <a:extLst>
              <a:ext uri="{FF2B5EF4-FFF2-40B4-BE49-F238E27FC236}">
                <a16:creationId xmlns:a16="http://schemas.microsoft.com/office/drawing/2014/main" id="{69305CC0-9FAA-4915-AADF-91A9057FD3BA}"/>
              </a:ext>
            </a:extLst>
          </p:cNvPr>
          <p:cNvSpPr txBox="1">
            <a:spLocks noChangeArrowheads="1"/>
          </p:cNvSpPr>
          <p:nvPr/>
        </p:nvSpPr>
        <p:spPr bwMode="auto">
          <a:xfrm>
            <a:off x="6858000" y="4327525"/>
            <a:ext cx="1997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Tahoma" panose="020B0604030504040204" pitchFamily="34" charset="0"/>
              </a:rPr>
              <a:t>But it’s outside</a:t>
            </a:r>
            <a:br>
              <a:rPr lang="en-US" altLang="en-US" sz="2000">
                <a:latin typeface="Tahoma" panose="020B0604030504040204" pitchFamily="34" charset="0"/>
              </a:rPr>
            </a:br>
            <a:r>
              <a:rPr lang="en-US" altLang="en-US" sz="2000">
                <a:latin typeface="Tahoma" panose="020B0604030504040204" pitchFamily="34" charset="0"/>
              </a:rPr>
              <a:t>my main area</a:t>
            </a:r>
          </a:p>
        </p:txBody>
      </p:sp>
      <p:sp>
        <p:nvSpPr>
          <p:cNvPr id="102471" name="Line 71">
            <a:extLst>
              <a:ext uri="{FF2B5EF4-FFF2-40B4-BE49-F238E27FC236}">
                <a16:creationId xmlns:a16="http://schemas.microsoft.com/office/drawing/2014/main" id="{5000388C-4AF8-49BB-9B2A-8387A7B9F942}"/>
              </a:ext>
            </a:extLst>
          </p:cNvPr>
          <p:cNvSpPr>
            <a:spLocks noChangeShapeType="1"/>
          </p:cNvSpPr>
          <p:nvPr/>
        </p:nvSpPr>
        <p:spPr bwMode="auto">
          <a:xfrm flipV="1">
            <a:off x="7772400" y="3733800"/>
            <a:ext cx="1524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8397</TotalTime>
  <Words>2148</Words>
  <Application>Microsoft Office PowerPoint</Application>
  <PresentationFormat>On-screen Show (4:3)</PresentationFormat>
  <Paragraphs>551</Paragraphs>
  <Slides>64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64</vt:i4>
      </vt:variant>
    </vt:vector>
  </HeadingPairs>
  <TitlesOfParts>
    <vt:vector size="75" baseType="lpstr">
      <vt:lpstr>Arial</vt:lpstr>
      <vt:lpstr>Calibri</vt:lpstr>
      <vt:lpstr>Calibri Light</vt:lpstr>
      <vt:lpstr>Comic Sans MS</vt:lpstr>
      <vt:lpstr>Courier New</vt:lpstr>
      <vt:lpstr>Helvetica</vt:lpstr>
      <vt:lpstr>Lucida Sans</vt:lpstr>
      <vt:lpstr>Tahoma</vt:lpstr>
      <vt:lpstr>Times New Roman</vt:lpstr>
      <vt:lpstr>Wingdings</vt:lpstr>
      <vt:lpstr>Office Theme</vt:lpstr>
      <vt:lpstr>Presentation 101  Bad Presentations (….and how not to give one)</vt:lpstr>
      <vt:lpstr>Acknowledgements </vt:lpstr>
      <vt:lpstr>Why A Good Presentation?</vt:lpstr>
      <vt:lpstr>Tips For Presenting</vt:lpstr>
      <vt:lpstr>Part I</vt:lpstr>
      <vt:lpstr>Part II</vt:lpstr>
      <vt:lpstr>Know Your Topic</vt:lpstr>
      <vt:lpstr>Know Your Audience</vt:lpstr>
      <vt:lpstr>Know Your Location</vt:lpstr>
      <vt:lpstr>Attitude.  (Yours)</vt:lpstr>
      <vt:lpstr>Dead Man Talking</vt:lpstr>
      <vt:lpstr>I Drank A Case Of Mountain Dew!</vt:lpstr>
      <vt:lpstr>Is This Thing On &lt;tap tap&gt;? </vt:lpstr>
      <vt:lpstr>Where are your hands?</vt:lpstr>
      <vt:lpstr>Look Ma, I have a L-A-S-E-R!</vt:lpstr>
      <vt:lpstr>Common Laser Pointer Moves</vt:lpstr>
      <vt:lpstr>Right Here.  See?</vt:lpstr>
      <vt:lpstr>Ummmm… The… Uh… Yeah.</vt:lpstr>
      <vt:lpstr>Part III: Slide Design</vt:lpstr>
      <vt:lpstr>Title Slide</vt:lpstr>
      <vt:lpstr>Title Slide</vt:lpstr>
      <vt:lpstr>Outline</vt:lpstr>
      <vt:lpstr>Outline</vt:lpstr>
      <vt:lpstr>Outline Slides</vt:lpstr>
      <vt:lpstr>README.TXT</vt:lpstr>
      <vt:lpstr>Content</vt:lpstr>
      <vt:lpstr>Content</vt:lpstr>
      <vt:lpstr>Content</vt:lpstr>
      <vt:lpstr>Content</vt:lpstr>
      <vt:lpstr>Content</vt:lpstr>
      <vt:lpstr>Content</vt:lpstr>
      <vt:lpstr>Font Size</vt:lpstr>
      <vt:lpstr>Font Size</vt:lpstr>
      <vt:lpstr>This is a really long title for this single slide, I should have just summarized</vt:lpstr>
      <vt:lpstr>Know Slide Boundaries</vt:lpstr>
      <vt:lpstr>Bullets Aren’t Everything</vt:lpstr>
      <vt:lpstr>Speelchick</vt:lpstr>
      <vt:lpstr>Caps</vt:lpstr>
      <vt:lpstr>Picture This</vt:lpstr>
      <vt:lpstr>Example Diagrams</vt:lpstr>
      <vt:lpstr>Example Diagrams</vt:lpstr>
      <vt:lpstr>You are not Pixar Studios</vt:lpstr>
      <vt:lpstr>Line ‘Em Up</vt:lpstr>
      <vt:lpstr>PowerPoint Presentation</vt:lpstr>
      <vt:lpstr>The Art of Suspense</vt:lpstr>
      <vt:lpstr>The Art of Suspense</vt:lpstr>
      <vt:lpstr>The Art of Suspense</vt:lpstr>
      <vt:lpstr>The Art of Suspense</vt:lpstr>
      <vt:lpstr>The Art of Suspense</vt:lpstr>
      <vt:lpstr>Anticipatory Lecturing</vt:lpstr>
      <vt:lpstr>Mommy, my eyes are burning!</vt:lpstr>
      <vt:lpstr>I See A Ghost</vt:lpstr>
      <vt:lpstr>Contrast Guidelines</vt:lpstr>
      <vt:lpstr>Equations</vt:lpstr>
      <vt:lpstr>Keep It Simple</vt:lpstr>
      <vt:lpstr>Use Simple Examples</vt:lpstr>
      <vt:lpstr>Results</vt:lpstr>
      <vt:lpstr>Graphs Can Also Be The Enemy</vt:lpstr>
      <vt:lpstr>Pick A Line, Any Line</vt:lpstr>
      <vt:lpstr>Summary/Conclusion</vt:lpstr>
      <vt:lpstr>Last Slide</vt:lpstr>
      <vt:lpstr>Last Slide</vt:lpstr>
      <vt:lpstr>Bad Presentations</vt:lpstr>
      <vt:lpstr>Good Presentations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Rishi Raj</dc:creator>
  <cp:lastModifiedBy>Rishi Raj</cp:lastModifiedBy>
  <cp:revision>141</cp:revision>
  <cp:lastPrinted>2013-12-13T07:47:12Z</cp:lastPrinted>
  <dcterms:created xsi:type="dcterms:W3CDTF">2013-12-12T02:06:52Z</dcterms:created>
  <dcterms:modified xsi:type="dcterms:W3CDTF">2022-04-04T03:01:15Z</dcterms:modified>
</cp:coreProperties>
</file>