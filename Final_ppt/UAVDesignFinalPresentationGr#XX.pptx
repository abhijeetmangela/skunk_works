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/>
    <p:restoredTop sz="93617"/>
  </p:normalViewPr>
  <p:slideViewPr>
    <p:cSldViewPr snapToGrid="0">
      <p:cViewPr varScale="1">
        <p:scale>
          <a:sx n="52" d="100"/>
          <a:sy n="52" d="100"/>
        </p:scale>
        <p:origin x="14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64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0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47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04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2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5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10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28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27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0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89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6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80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89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85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98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13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0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48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9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666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520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17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78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68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37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4/10/26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38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4/10/26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47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4/10/26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689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514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2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036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030462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93382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2566552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6783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47961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39440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007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377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93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0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038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15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0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787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388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324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98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E19E-7659-5180-5DB2-222E9E804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84" y="259232"/>
            <a:ext cx="5666232" cy="786384"/>
          </a:xfrm>
        </p:spPr>
        <p:txBody>
          <a:bodyPr anchor="b">
            <a:normAutofit/>
          </a:bodyPr>
          <a:lstStyle/>
          <a:p>
            <a:r>
              <a:rPr lang="en-US" sz="2400" dirty="0"/>
              <a:t>AS5213</a:t>
            </a:r>
            <a:br>
              <a:rPr lang="en-US" sz="2400" dirty="0"/>
            </a:br>
            <a:r>
              <a:rPr lang="en-US" sz="2400" dirty="0"/>
              <a:t>Conceptual Design of UAV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B7F0E-AA3E-E716-717C-79CB7D00B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860063"/>
            <a:ext cx="3573821" cy="786383"/>
          </a:xfrm>
        </p:spPr>
        <p:txBody>
          <a:bodyPr>
            <a:normAutofit/>
          </a:bodyPr>
          <a:lstStyle/>
          <a:p>
            <a:r>
              <a:rPr lang="en-US" dirty="0"/>
              <a:t>Group information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70A367A-6340-1809-290B-7AC8A470D0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23719" y="795528"/>
            <a:ext cx="7425382" cy="5184648"/>
          </a:xfrm>
        </p:spPr>
        <p:txBody>
          <a:bodyPr/>
          <a:lstStyle/>
          <a:p>
            <a:endParaRPr lang="en-US" sz="4400" dirty="0"/>
          </a:p>
          <a:p>
            <a:endParaRPr lang="en-US" sz="4400" dirty="0"/>
          </a:p>
          <a:p>
            <a:r>
              <a:rPr lang="en-US" sz="4400" dirty="0"/>
              <a:t>This UAV in picture is worth a thousand words</a:t>
            </a:r>
          </a:p>
        </p:txBody>
      </p:sp>
    </p:spTree>
    <p:extLst>
      <p:ext uri="{BB962C8B-B14F-4D97-AF65-F5344CB8AC3E}">
        <p14:creationId xmlns:p14="http://schemas.microsoft.com/office/powerpoint/2010/main" val="2625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92A6-4638-7488-7879-C1E0D691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profile and requirements</a:t>
            </a:r>
          </a:p>
        </p:txBody>
      </p:sp>
    </p:spTree>
    <p:extLst>
      <p:ext uri="{BB962C8B-B14F-4D97-AF65-F5344CB8AC3E}">
        <p14:creationId xmlns:p14="http://schemas.microsoft.com/office/powerpoint/2010/main" val="15846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D0F9-62A7-3AAD-3736-FA52C546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8687-D82B-AF17-04A1-A95692EE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Flow-chart</a:t>
            </a:r>
          </a:p>
        </p:txBody>
      </p:sp>
    </p:spTree>
    <p:extLst>
      <p:ext uri="{BB962C8B-B14F-4D97-AF65-F5344CB8AC3E}">
        <p14:creationId xmlns:p14="http://schemas.microsoft.com/office/powerpoint/2010/main" val="261767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EFC3-8DE8-D9D0-5638-B12AC8FC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95F1-EEFD-DE47-1ED9-A968C226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Powerplant (all information)</a:t>
            </a:r>
          </a:p>
        </p:txBody>
      </p:sp>
    </p:spTree>
    <p:extLst>
      <p:ext uri="{BB962C8B-B14F-4D97-AF65-F5344CB8AC3E}">
        <p14:creationId xmlns:p14="http://schemas.microsoft.com/office/powerpoint/2010/main" val="152446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E30F30-9C85-83B6-0DB4-1D014FF8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1176"/>
            <a:ext cx="10652760" cy="969264"/>
          </a:xfrm>
        </p:spPr>
        <p:txBody>
          <a:bodyPr/>
          <a:lstStyle/>
          <a:p>
            <a:r>
              <a:rPr lang="en-US" dirty="0"/>
              <a:t>Aerodynamic parameters (representative values and relevant plots)</a:t>
            </a:r>
          </a:p>
        </p:txBody>
      </p:sp>
    </p:spTree>
    <p:extLst>
      <p:ext uri="{BB962C8B-B14F-4D97-AF65-F5344CB8AC3E}">
        <p14:creationId xmlns:p14="http://schemas.microsoft.com/office/powerpoint/2010/main" val="377377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065F-94F6-2933-4E80-8E42C9A5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5781-9BE7-CF54-1BE7-B37088BC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(weights including distribution) and geometric parameters (all lengths)</a:t>
            </a:r>
          </a:p>
        </p:txBody>
      </p:sp>
    </p:spTree>
    <p:extLst>
      <p:ext uri="{BB962C8B-B14F-4D97-AF65-F5344CB8AC3E}">
        <p14:creationId xmlns:p14="http://schemas.microsoft.com/office/powerpoint/2010/main" val="409896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AA4E-CB27-6191-2940-D371B9B3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91D7-9F20-AE27-3F63-285690FA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31748"/>
            <a:ext cx="10652760" cy="969264"/>
          </a:xfrm>
        </p:spPr>
        <p:txBody>
          <a:bodyPr/>
          <a:lstStyle/>
          <a:p>
            <a:r>
              <a:rPr lang="en-US" dirty="0"/>
              <a:t>Performance parameters (Comparative, numbers and plots)</a:t>
            </a:r>
          </a:p>
        </p:txBody>
      </p:sp>
    </p:spTree>
    <p:extLst>
      <p:ext uri="{BB962C8B-B14F-4D97-AF65-F5344CB8AC3E}">
        <p14:creationId xmlns:p14="http://schemas.microsoft.com/office/powerpoint/2010/main" val="46464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5991-E7A8-8805-54D3-81F9A5EC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2EF6-2AFF-044F-5545-F9CCD1C3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31748"/>
            <a:ext cx="10652760" cy="969264"/>
          </a:xfrm>
        </p:spPr>
        <p:txBody>
          <a:bodyPr/>
          <a:lstStyle/>
          <a:p>
            <a:r>
              <a:rPr lang="en-US" dirty="0"/>
              <a:t>Stability (derivatives, modal parameters, plots)</a:t>
            </a:r>
          </a:p>
        </p:txBody>
      </p:sp>
    </p:spTree>
    <p:extLst>
      <p:ext uri="{BB962C8B-B14F-4D97-AF65-F5344CB8AC3E}">
        <p14:creationId xmlns:p14="http://schemas.microsoft.com/office/powerpoint/2010/main" val="490753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89FD-4D5F-84AC-8C8C-2D4A65CC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1439-1D26-4FC7-9C34-CA291D31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31748"/>
            <a:ext cx="10652760" cy="969264"/>
          </a:xfrm>
        </p:spPr>
        <p:txBody>
          <a:bodyPr/>
          <a:lstStyle/>
          <a:p>
            <a:r>
              <a:rPr lang="en-US" dirty="0"/>
              <a:t>CAD model (all details, same as on the first slide)</a:t>
            </a:r>
          </a:p>
        </p:txBody>
      </p:sp>
    </p:spTree>
    <p:extLst>
      <p:ext uri="{BB962C8B-B14F-4D97-AF65-F5344CB8AC3E}">
        <p14:creationId xmlns:p14="http://schemas.microsoft.com/office/powerpoint/2010/main" val="387497082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12595</TotalTime>
  <Words>80</Words>
  <Application>Microsoft Macintosh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Dune</vt:lpstr>
      <vt:lpstr>AS5213 Conceptual Design of UAV</vt:lpstr>
      <vt:lpstr>Mission profile and requirements</vt:lpstr>
      <vt:lpstr>Flow-chart</vt:lpstr>
      <vt:lpstr>Powerplant (all information)</vt:lpstr>
      <vt:lpstr>Aerodynamic parameters (representative values and relevant plots)</vt:lpstr>
      <vt:lpstr>Inertia (weights including distribution) and geometric parameters (all lengths)</vt:lpstr>
      <vt:lpstr>Performance parameters (Comparative, numbers and plots)</vt:lpstr>
      <vt:lpstr>Stability (derivatives, modal parameters, plots)</vt:lpstr>
      <vt:lpstr>CAD model (all details, same as on the first slide)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Sinha</dc:creator>
  <cp:lastModifiedBy>Anand Sinha</cp:lastModifiedBy>
  <cp:revision>4</cp:revision>
  <dcterms:created xsi:type="dcterms:W3CDTF">2026-04-10T05:21:25Z</dcterms:created>
  <dcterms:modified xsi:type="dcterms:W3CDTF">2026-04-18T23:16:46Z</dcterms:modified>
</cp:coreProperties>
</file>